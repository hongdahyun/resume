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34"/>
  </p:notesMasterIdLst>
  <p:sldIdLst>
    <p:sldId id="256" r:id="rId2"/>
    <p:sldId id="260" r:id="rId3"/>
    <p:sldId id="261" r:id="rId4"/>
    <p:sldId id="307" r:id="rId5"/>
    <p:sldId id="267" r:id="rId6"/>
    <p:sldId id="271" r:id="rId7"/>
    <p:sldId id="309" r:id="rId8"/>
    <p:sldId id="310" r:id="rId9"/>
    <p:sldId id="265" r:id="rId10"/>
    <p:sldId id="263" r:id="rId11"/>
    <p:sldId id="258" r:id="rId12"/>
    <p:sldId id="262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11" r:id="rId22"/>
    <p:sldId id="321" r:id="rId23"/>
    <p:sldId id="323" r:id="rId24"/>
    <p:sldId id="322" r:id="rId25"/>
    <p:sldId id="320" r:id="rId26"/>
    <p:sldId id="277" r:id="rId27"/>
    <p:sldId id="269" r:id="rId28"/>
    <p:sldId id="325" r:id="rId29"/>
    <p:sldId id="324" r:id="rId30"/>
    <p:sldId id="326" r:id="rId31"/>
    <p:sldId id="328" r:id="rId32"/>
    <p:sldId id="286" r:id="rId33"/>
  </p:sldIdLst>
  <p:sldSz cx="9144000" cy="5143500" type="screen16x9"/>
  <p:notesSz cx="6858000" cy="9144000"/>
  <p:embeddedFontLst>
    <p:embeddedFont>
      <p:font typeface="Advent Pro" panose="020B0600000101010101" charset="0"/>
      <p:regular r:id="rId35"/>
      <p:bold r:id="rId36"/>
      <p:italic r:id="rId37"/>
      <p:boldItalic r:id="rId38"/>
    </p:embeddedFont>
    <p:embeddedFont>
      <p:font typeface="Advent Pro Medium" panose="020B0600000101010101" charset="0"/>
      <p:regular r:id="rId39"/>
      <p:bold r:id="rId40"/>
      <p:italic r:id="rId41"/>
      <p:boldItalic r:id="rId42"/>
    </p:embeddedFont>
    <p:embeddedFont>
      <p:font typeface="G마켓 산스 TTF Bold" panose="02000000000000000000" pitchFamily="2" charset="-127"/>
      <p:bold r:id="rId43"/>
    </p:embeddedFont>
    <p:embeddedFont>
      <p:font typeface="G마켓 산스 TTF Medium" panose="02000000000000000000" pitchFamily="2" charset="-127"/>
      <p:regular r:id="rId44"/>
    </p:embeddedFont>
    <p:embeddedFont>
      <p:font typeface="Livvic" pitchFamily="2" charset="0"/>
      <p:regular r:id="rId45"/>
      <p:bold r:id="rId46"/>
      <p:italic r:id="rId47"/>
      <p:boldItalic r:id="rId48"/>
    </p:embeddedFont>
    <p:embeddedFont>
      <p:font typeface="Press Start 2P" panose="020B0600000101010101" charset="0"/>
      <p:regular r:id="rId49"/>
    </p:embeddedFont>
    <p:embeddedFont>
      <p:font typeface="Roboto Condensed Light" panose="02000000000000000000" pitchFamily="2" charset="0"/>
      <p:regular r:id="rId50"/>
      <p:italic r:id="rId51"/>
    </p:embeddedFont>
    <p:embeddedFont>
      <p:font typeface="둥근모꼴" panose="020B0500000000000000" pitchFamily="50" charset="-127"/>
      <p:regular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3DBA"/>
    <a:srgbClr val="FF7F27"/>
    <a:srgbClr val="33CCFF"/>
    <a:srgbClr val="00FFFF"/>
    <a:srgbClr val="352381"/>
    <a:srgbClr val="99A11F"/>
    <a:srgbClr val="FFFFFF"/>
    <a:srgbClr val="D9DEF8"/>
    <a:srgbClr val="544B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6C1A65-2528-4A3C-AB4B-A068825A9DEF}">
  <a:tblStyle styleId="{346C1A65-2528-4A3C-AB4B-A068825A9D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7" name="Google Shape;138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8" name="Google Shape;138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5" name="Google Shape;14325;gb8b30863f4_0_48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6" name="Google Shape;14326;gb8b30863f4_0_48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0" name="Google Shape;14370;gb8b30863f4_0_49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1" name="Google Shape;14371;gb8b30863f4_0_49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0" name="Google Shape;13870;gb8b30863f4_0_1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1" name="Google Shape;13871;gb8b30863f4_0_10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831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2" name="Google Shape;14702;gb9126897ec_0_6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3" name="Google Shape;14703;gb9126897ec_0_6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3" name="Google Shape;15073;gb9126897ec_0_9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4" name="Google Shape;15074;gb9126897ec_0_9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3" name="Google Shape;15073;gb9126897ec_0_9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4" name="Google Shape;15074;gb9126897ec_0_9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2831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3" name="Google Shape;15073;gb9126897ec_0_9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4" name="Google Shape;15074;gb9126897ec_0_9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3526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7" name="Google Shape;14677;gb9126897ec_0_5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8" name="Google Shape;14678;gb9126897ec_0_5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5" name="Google Shape;14445;gb9126897ec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6" name="Google Shape;14446;gb9126897ec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3" name="Google Shape;14273;gb8b30863f4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4" name="Google Shape;14274;gb8b30863f4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800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402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252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508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1573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0468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28325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448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4311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25289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25945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33352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4" name="Google Shape;14384;gb9126897e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5" name="Google Shape;14385;gb9126897e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64362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6" name="Google Shape;15666;gb9126897ec_0_13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7" name="Google Shape;15667;gb9126897ec_0_13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9" name="Google Shape;14759;gb9126897ec_0_2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0" name="Google Shape;14760;gb9126897ec_0_2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9" name="Google Shape;14759;gb9126897ec_0_2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0" name="Google Shape;14760;gb9126897ec_0_2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08578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9" name="Google Shape;14759;gb9126897ec_0_2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0" name="Google Shape;14760;gb9126897ec_0_2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5922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9" name="Google Shape;14759;gb9126897ec_0_2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0" name="Google Shape;14760;gb9126897ec_0_2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83111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9" name="Google Shape;14759;gb9126897ec_0_2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0" name="Google Shape;14760;gb9126897ec_0_2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36441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8" name="Google Shape;16008;gb9126897ec_0_160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9" name="Google Shape;16009;gb9126897ec_0_160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2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55" name="Google Shape;55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2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99" name="Google Shape;99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" name="Google Shape;142;p2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" name="Google Shape;186;p2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87" name="Google Shape;187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" name="Google Shape;230;p2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231" name="Google Shape;231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" name="Google Shape;274;p2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275" name="Google Shape;275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8" name="Google Shape;318;p2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319" name="Google Shape;319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2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363" name="Google Shape;363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6" name="Google Shape;406;p2"/>
          <p:cNvGrpSpPr/>
          <p:nvPr/>
        </p:nvGrpSpPr>
        <p:grpSpPr>
          <a:xfrm>
            <a:off x="3393210" y="3870986"/>
            <a:ext cx="1191387" cy="732516"/>
            <a:chOff x="2430450" y="2143325"/>
            <a:chExt cx="337800" cy="207700"/>
          </a:xfrm>
        </p:grpSpPr>
        <p:sp>
          <p:nvSpPr>
            <p:cNvPr id="407" name="Google Shape;407;p2"/>
            <p:cNvSpPr/>
            <p:nvPr/>
          </p:nvSpPr>
          <p:spPr>
            <a:xfrm>
              <a:off x="2482575" y="21433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2456700" y="216920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2482575" y="216920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2508425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2482575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2482575" y="2221300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2586400" y="2221300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2456700" y="2247175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24825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2560550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2586400" y="2247175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26126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24825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2586400" y="2273025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2664400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27423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2508425" y="229890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2586400" y="2298900"/>
              <a:ext cx="26300" cy="26275"/>
            </a:xfrm>
            <a:custGeom>
              <a:avLst/>
              <a:gdLst/>
              <a:ahLst/>
              <a:cxnLst/>
              <a:rect l="l" t="t" r="r" b="b"/>
              <a:pathLst>
                <a:path w="1052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2664400" y="229890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0"/>
                  </a:moveTo>
                  <a:lnTo>
                    <a:pt x="0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2716500" y="229890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24304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24567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24825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2508425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253467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256055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2586400" y="2325150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26126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263852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266440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26902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27165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27423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"/>
          <p:cNvGrpSpPr/>
          <p:nvPr/>
        </p:nvGrpSpPr>
        <p:grpSpPr>
          <a:xfrm>
            <a:off x="275207" y="916381"/>
            <a:ext cx="1049633" cy="523940"/>
            <a:chOff x="138482" y="584556"/>
            <a:chExt cx="1049633" cy="523940"/>
          </a:xfrm>
        </p:grpSpPr>
        <p:sp>
          <p:nvSpPr>
            <p:cNvPr id="447" name="Google Shape;447;p2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" name="Google Shape;462;p2"/>
          <p:cNvGrpSpPr/>
          <p:nvPr/>
        </p:nvGrpSpPr>
        <p:grpSpPr>
          <a:xfrm flipH="1">
            <a:off x="7651282" y="179206"/>
            <a:ext cx="1049633" cy="523940"/>
            <a:chOff x="138482" y="584556"/>
            <a:chExt cx="1049633" cy="523940"/>
          </a:xfrm>
        </p:grpSpPr>
        <p:sp>
          <p:nvSpPr>
            <p:cNvPr id="463" name="Google Shape;463;p2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" name="Google Shape;478;p2"/>
          <p:cNvGrpSpPr/>
          <p:nvPr/>
        </p:nvGrpSpPr>
        <p:grpSpPr>
          <a:xfrm>
            <a:off x="6031078" y="4237329"/>
            <a:ext cx="275098" cy="366258"/>
            <a:chOff x="2664400" y="2169200"/>
            <a:chExt cx="78000" cy="103850"/>
          </a:xfrm>
        </p:grpSpPr>
        <p:sp>
          <p:nvSpPr>
            <p:cNvPr id="479" name="Google Shape;479;p2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5" name="Google Shape;485;p2"/>
          <p:cNvSpPr txBox="1">
            <a:spLocks noGrp="1"/>
          </p:cNvSpPr>
          <p:nvPr>
            <p:ph type="ctrTitle"/>
          </p:nvPr>
        </p:nvSpPr>
        <p:spPr>
          <a:xfrm>
            <a:off x="1868250" y="1099850"/>
            <a:ext cx="5407500" cy="175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86" name="Google Shape;486;p2"/>
          <p:cNvSpPr txBox="1">
            <a:spLocks noGrp="1"/>
          </p:cNvSpPr>
          <p:nvPr>
            <p:ph type="subTitle" idx="1"/>
          </p:nvPr>
        </p:nvSpPr>
        <p:spPr>
          <a:xfrm>
            <a:off x="1868100" y="2632300"/>
            <a:ext cx="5407500" cy="53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3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489" name="Google Shape;489;p3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490" name="Google Shape;490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3" name="Google Shape;533;p3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534" name="Google Shape;534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7" name="Google Shape;577;p3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578" name="Google Shape;578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1" name="Google Shape;621;p3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622" name="Google Shape;622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5" name="Google Shape;665;p3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666" name="Google Shape;666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9" name="Google Shape;709;p3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710" name="Google Shape;710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3" name="Google Shape;753;p3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754" name="Google Shape;754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7" name="Google Shape;797;p3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798" name="Google Shape;798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1" name="Google Shape;841;p3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842" name="Google Shape;842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5" name="Google Shape;885;p3"/>
          <p:cNvGrpSpPr/>
          <p:nvPr/>
        </p:nvGrpSpPr>
        <p:grpSpPr>
          <a:xfrm rot="5400000">
            <a:off x="6694689" y="3881629"/>
            <a:ext cx="361169" cy="1082581"/>
            <a:chOff x="5388975" y="525725"/>
            <a:chExt cx="186950" cy="560400"/>
          </a:xfrm>
        </p:grpSpPr>
        <p:sp>
          <p:nvSpPr>
            <p:cNvPr id="886" name="Google Shape;886;p3"/>
            <p:cNvSpPr/>
            <p:nvPr/>
          </p:nvSpPr>
          <p:spPr>
            <a:xfrm>
              <a:off x="5548850" y="5257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5522200" y="5257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7" y="106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5548850" y="55237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5495575" y="552375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15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5548850" y="5790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5495575" y="579025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5548850" y="60567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5468925" y="6056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5548850" y="632325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5442275" y="6323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5548850" y="6593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5442275" y="659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5548850" y="6860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5415625" y="68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5548850" y="7126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5548850" y="7393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5548850" y="7659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5548850" y="7926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5548850" y="819250"/>
              <a:ext cx="27075" cy="26650"/>
            </a:xfrm>
            <a:custGeom>
              <a:avLst/>
              <a:gdLst/>
              <a:ahLst/>
              <a:cxnLst/>
              <a:rect l="l" t="t" r="r" b="b"/>
              <a:pathLst>
                <a:path w="1083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5548850" y="84587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5548850" y="87252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5548850" y="89957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5415625" y="8995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5548850" y="926225"/>
              <a:ext cx="27075" cy="26650"/>
            </a:xfrm>
            <a:custGeom>
              <a:avLst/>
              <a:gdLst/>
              <a:ahLst/>
              <a:cxnLst/>
              <a:rect l="l" t="t" r="r" b="b"/>
              <a:pathLst>
                <a:path w="1083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5442275" y="92622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5548850" y="9528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5442275" y="9528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5548850" y="9795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5468925" y="9795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5548850" y="10061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5495575" y="1006150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5548850" y="10328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5495575" y="1032800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5548850" y="10594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5522200" y="10594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5388975" y="7126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5388975" y="7393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5388975" y="7659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5388975" y="7926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5388975" y="819250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5388975" y="8458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7" y="106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5388975" y="8725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815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8" name="Google Shape;928;p3"/>
          <p:cNvGrpSpPr/>
          <p:nvPr/>
        </p:nvGrpSpPr>
        <p:grpSpPr>
          <a:xfrm>
            <a:off x="640021" y="3854938"/>
            <a:ext cx="748595" cy="748496"/>
            <a:chOff x="5373300" y="2439975"/>
            <a:chExt cx="188525" cy="188500"/>
          </a:xfrm>
        </p:grpSpPr>
        <p:sp>
          <p:nvSpPr>
            <p:cNvPr id="929" name="Google Shape;929;p3"/>
            <p:cNvSpPr/>
            <p:nvPr/>
          </p:nvSpPr>
          <p:spPr>
            <a:xfrm>
              <a:off x="5486150" y="2439975"/>
              <a:ext cx="38050" cy="37625"/>
            </a:xfrm>
            <a:custGeom>
              <a:avLst/>
              <a:gdLst/>
              <a:ahLst/>
              <a:cxnLst/>
              <a:rect l="l" t="t" r="r" b="b"/>
              <a:pathLst>
                <a:path w="1522" h="1505" extrusionOk="0">
                  <a:moveTo>
                    <a:pt x="1" y="0"/>
                  </a:moveTo>
                  <a:lnTo>
                    <a:pt x="1" y="1505"/>
                  </a:lnTo>
                  <a:lnTo>
                    <a:pt x="1521" y="1505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5448550" y="2439975"/>
              <a:ext cx="37625" cy="37625"/>
            </a:xfrm>
            <a:custGeom>
              <a:avLst/>
              <a:gdLst/>
              <a:ahLst/>
              <a:cxnLst/>
              <a:rect l="l" t="t" r="r" b="b"/>
              <a:pathLst>
                <a:path w="1505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EBE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5410925" y="2439975"/>
              <a:ext cx="37650" cy="37625"/>
            </a:xfrm>
            <a:custGeom>
              <a:avLst/>
              <a:gdLst/>
              <a:ahLst/>
              <a:cxnLst/>
              <a:rect l="l" t="t" r="r" b="b"/>
              <a:pathLst>
                <a:path w="1506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5524175" y="2477575"/>
              <a:ext cx="37650" cy="38050"/>
            </a:xfrm>
            <a:custGeom>
              <a:avLst/>
              <a:gdLst/>
              <a:ahLst/>
              <a:cxnLst/>
              <a:rect l="l" t="t" r="r" b="b"/>
              <a:pathLst>
                <a:path w="1506" h="1522" extrusionOk="0">
                  <a:moveTo>
                    <a:pt x="0" y="1"/>
                  </a:moveTo>
                  <a:lnTo>
                    <a:pt x="0" y="1521"/>
                  </a:lnTo>
                  <a:lnTo>
                    <a:pt x="1505" y="1521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5486150" y="2477575"/>
              <a:ext cx="38050" cy="38050"/>
            </a:xfrm>
            <a:custGeom>
              <a:avLst/>
              <a:gdLst/>
              <a:ahLst/>
              <a:cxnLst/>
              <a:rect l="l" t="t" r="r" b="b"/>
              <a:pathLst>
                <a:path w="1522" h="1522" extrusionOk="0">
                  <a:moveTo>
                    <a:pt x="1" y="1"/>
                  </a:moveTo>
                  <a:lnTo>
                    <a:pt x="1" y="1521"/>
                  </a:lnTo>
                  <a:lnTo>
                    <a:pt x="1521" y="1521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rgbClr val="EBE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5448550" y="2477575"/>
              <a:ext cx="37625" cy="38050"/>
            </a:xfrm>
            <a:custGeom>
              <a:avLst/>
              <a:gdLst/>
              <a:ahLst/>
              <a:cxnLst/>
              <a:rect l="l" t="t" r="r" b="b"/>
              <a:pathLst>
                <a:path w="1505" h="1522" extrusionOk="0">
                  <a:moveTo>
                    <a:pt x="0" y="1"/>
                  </a:moveTo>
                  <a:lnTo>
                    <a:pt x="0" y="1521"/>
                  </a:lnTo>
                  <a:lnTo>
                    <a:pt x="1505" y="1521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5410925" y="2477575"/>
              <a:ext cx="37650" cy="38050"/>
            </a:xfrm>
            <a:custGeom>
              <a:avLst/>
              <a:gdLst/>
              <a:ahLst/>
              <a:cxnLst/>
              <a:rect l="l" t="t" r="r" b="b"/>
              <a:pathLst>
                <a:path w="1506" h="1522" extrusionOk="0">
                  <a:moveTo>
                    <a:pt x="0" y="1"/>
                  </a:moveTo>
                  <a:lnTo>
                    <a:pt x="0" y="1521"/>
                  </a:lnTo>
                  <a:lnTo>
                    <a:pt x="1505" y="1521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5373300" y="2477575"/>
              <a:ext cx="37650" cy="38050"/>
            </a:xfrm>
            <a:custGeom>
              <a:avLst/>
              <a:gdLst/>
              <a:ahLst/>
              <a:cxnLst/>
              <a:rect l="l" t="t" r="r" b="b"/>
              <a:pathLst>
                <a:path w="1506" h="1522" extrusionOk="0">
                  <a:moveTo>
                    <a:pt x="1" y="1"/>
                  </a:moveTo>
                  <a:lnTo>
                    <a:pt x="1" y="1521"/>
                  </a:lnTo>
                  <a:lnTo>
                    <a:pt x="1505" y="1521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5524175" y="2515600"/>
              <a:ext cx="37650" cy="37625"/>
            </a:xfrm>
            <a:custGeom>
              <a:avLst/>
              <a:gdLst/>
              <a:ahLst/>
              <a:cxnLst/>
              <a:rect l="l" t="t" r="r" b="b"/>
              <a:pathLst>
                <a:path w="1506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5486150" y="2515600"/>
              <a:ext cx="38050" cy="37625"/>
            </a:xfrm>
            <a:custGeom>
              <a:avLst/>
              <a:gdLst/>
              <a:ahLst/>
              <a:cxnLst/>
              <a:rect l="l" t="t" r="r" b="b"/>
              <a:pathLst>
                <a:path w="1522" h="1505" extrusionOk="0">
                  <a:moveTo>
                    <a:pt x="1" y="0"/>
                  </a:moveTo>
                  <a:lnTo>
                    <a:pt x="1" y="1505"/>
                  </a:lnTo>
                  <a:lnTo>
                    <a:pt x="1521" y="1505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5448550" y="2515600"/>
              <a:ext cx="37625" cy="37625"/>
            </a:xfrm>
            <a:custGeom>
              <a:avLst/>
              <a:gdLst/>
              <a:ahLst/>
              <a:cxnLst/>
              <a:rect l="l" t="t" r="r" b="b"/>
              <a:pathLst>
                <a:path w="1505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"/>
            <p:cNvSpPr/>
            <p:nvPr/>
          </p:nvSpPr>
          <p:spPr>
            <a:xfrm>
              <a:off x="5410925" y="2515600"/>
              <a:ext cx="37650" cy="37625"/>
            </a:xfrm>
            <a:custGeom>
              <a:avLst/>
              <a:gdLst/>
              <a:ahLst/>
              <a:cxnLst/>
              <a:rect l="l" t="t" r="r" b="b"/>
              <a:pathLst>
                <a:path w="1506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"/>
            <p:cNvSpPr/>
            <p:nvPr/>
          </p:nvSpPr>
          <p:spPr>
            <a:xfrm>
              <a:off x="5373300" y="2515600"/>
              <a:ext cx="37650" cy="37625"/>
            </a:xfrm>
            <a:custGeom>
              <a:avLst/>
              <a:gdLst/>
              <a:ahLst/>
              <a:cxnLst/>
              <a:rect l="l" t="t" r="r" b="b"/>
              <a:pathLst>
                <a:path w="1506" h="1505" extrusionOk="0">
                  <a:moveTo>
                    <a:pt x="1" y="0"/>
                  </a:moveTo>
                  <a:lnTo>
                    <a:pt x="1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D5C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5524175" y="2553200"/>
              <a:ext cx="37650" cy="37650"/>
            </a:xfrm>
            <a:custGeom>
              <a:avLst/>
              <a:gdLst/>
              <a:ahLst/>
              <a:cxnLst/>
              <a:rect l="l" t="t" r="r" b="b"/>
              <a:pathLst>
                <a:path w="1506" h="1506" extrusionOk="0">
                  <a:moveTo>
                    <a:pt x="0" y="1"/>
                  </a:moveTo>
                  <a:lnTo>
                    <a:pt x="0" y="1506"/>
                  </a:lnTo>
                  <a:lnTo>
                    <a:pt x="1505" y="1506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5486150" y="2553200"/>
              <a:ext cx="38050" cy="37650"/>
            </a:xfrm>
            <a:custGeom>
              <a:avLst/>
              <a:gdLst/>
              <a:ahLst/>
              <a:cxnLst/>
              <a:rect l="l" t="t" r="r" b="b"/>
              <a:pathLst>
                <a:path w="1522" h="1506" extrusionOk="0">
                  <a:moveTo>
                    <a:pt x="1" y="1"/>
                  </a:moveTo>
                  <a:lnTo>
                    <a:pt x="1" y="1506"/>
                  </a:lnTo>
                  <a:lnTo>
                    <a:pt x="1521" y="150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5448550" y="2553200"/>
              <a:ext cx="37625" cy="37650"/>
            </a:xfrm>
            <a:custGeom>
              <a:avLst/>
              <a:gdLst/>
              <a:ahLst/>
              <a:cxnLst/>
              <a:rect l="l" t="t" r="r" b="b"/>
              <a:pathLst>
                <a:path w="1505" h="1506" extrusionOk="0">
                  <a:moveTo>
                    <a:pt x="0" y="1"/>
                  </a:moveTo>
                  <a:lnTo>
                    <a:pt x="0" y="1506"/>
                  </a:lnTo>
                  <a:lnTo>
                    <a:pt x="1505" y="1506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5C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5410925" y="2553200"/>
              <a:ext cx="37650" cy="37650"/>
            </a:xfrm>
            <a:custGeom>
              <a:avLst/>
              <a:gdLst/>
              <a:ahLst/>
              <a:cxnLst/>
              <a:rect l="l" t="t" r="r" b="b"/>
              <a:pathLst>
                <a:path w="1506" h="1506" extrusionOk="0">
                  <a:moveTo>
                    <a:pt x="0" y="1"/>
                  </a:moveTo>
                  <a:lnTo>
                    <a:pt x="0" y="1506"/>
                  </a:lnTo>
                  <a:lnTo>
                    <a:pt x="1505" y="1506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5373300" y="2553200"/>
              <a:ext cx="37650" cy="37650"/>
            </a:xfrm>
            <a:custGeom>
              <a:avLst/>
              <a:gdLst/>
              <a:ahLst/>
              <a:cxnLst/>
              <a:rect l="l" t="t" r="r" b="b"/>
              <a:pathLst>
                <a:path w="1506" h="1506" extrusionOk="0">
                  <a:moveTo>
                    <a:pt x="1" y="1"/>
                  </a:moveTo>
                  <a:lnTo>
                    <a:pt x="1" y="1506"/>
                  </a:lnTo>
                  <a:lnTo>
                    <a:pt x="1505" y="1506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5486150" y="2590825"/>
              <a:ext cx="38050" cy="18825"/>
            </a:xfrm>
            <a:custGeom>
              <a:avLst/>
              <a:gdLst/>
              <a:ahLst/>
              <a:cxnLst/>
              <a:rect l="l" t="t" r="r" b="b"/>
              <a:pathLst>
                <a:path w="1522" h="753" extrusionOk="0">
                  <a:moveTo>
                    <a:pt x="1" y="1"/>
                  </a:moveTo>
                  <a:lnTo>
                    <a:pt x="1" y="753"/>
                  </a:lnTo>
                  <a:lnTo>
                    <a:pt x="1521" y="753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5448550" y="2590825"/>
              <a:ext cx="37625" cy="18825"/>
            </a:xfrm>
            <a:custGeom>
              <a:avLst/>
              <a:gdLst/>
              <a:ahLst/>
              <a:cxnLst/>
              <a:rect l="l" t="t" r="r" b="b"/>
              <a:pathLst>
                <a:path w="1505" h="753" extrusionOk="0">
                  <a:moveTo>
                    <a:pt x="0" y="1"/>
                  </a:moveTo>
                  <a:lnTo>
                    <a:pt x="0" y="753"/>
                  </a:lnTo>
                  <a:lnTo>
                    <a:pt x="1505" y="753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5410925" y="2590825"/>
              <a:ext cx="37650" cy="18825"/>
            </a:xfrm>
            <a:custGeom>
              <a:avLst/>
              <a:gdLst/>
              <a:ahLst/>
              <a:cxnLst/>
              <a:rect l="l" t="t" r="r" b="b"/>
              <a:pathLst>
                <a:path w="1506" h="753" extrusionOk="0">
                  <a:moveTo>
                    <a:pt x="0" y="1"/>
                  </a:moveTo>
                  <a:lnTo>
                    <a:pt x="0" y="753"/>
                  </a:lnTo>
                  <a:lnTo>
                    <a:pt x="1505" y="753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5C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5461075" y="25657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1" y="0"/>
                  </a:moveTo>
                  <a:lnTo>
                    <a:pt x="1" y="502"/>
                  </a:lnTo>
                  <a:lnTo>
                    <a:pt x="502" y="502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5473625" y="25783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0" y="0"/>
                  </a:moveTo>
                  <a:lnTo>
                    <a:pt x="0" y="502"/>
                  </a:lnTo>
                  <a:lnTo>
                    <a:pt x="502" y="502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5448550" y="25783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0" y="0"/>
                  </a:moveTo>
                  <a:lnTo>
                    <a:pt x="0" y="502"/>
                  </a:lnTo>
                  <a:lnTo>
                    <a:pt x="502" y="502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5504975" y="2609625"/>
              <a:ext cx="19225" cy="18850"/>
            </a:xfrm>
            <a:custGeom>
              <a:avLst/>
              <a:gdLst/>
              <a:ahLst/>
              <a:cxnLst/>
              <a:rect l="l" t="t" r="r" b="b"/>
              <a:pathLst>
                <a:path w="769" h="754" extrusionOk="0">
                  <a:moveTo>
                    <a:pt x="0" y="1"/>
                  </a:moveTo>
                  <a:lnTo>
                    <a:pt x="0" y="753"/>
                  </a:lnTo>
                  <a:lnTo>
                    <a:pt x="768" y="753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5473625" y="2609625"/>
              <a:ext cx="18825" cy="18850"/>
            </a:xfrm>
            <a:custGeom>
              <a:avLst/>
              <a:gdLst/>
              <a:ahLst/>
              <a:cxnLst/>
              <a:rect l="l" t="t" r="r" b="b"/>
              <a:pathLst>
                <a:path w="753" h="754" extrusionOk="0">
                  <a:moveTo>
                    <a:pt x="0" y="1"/>
                  </a:moveTo>
                  <a:lnTo>
                    <a:pt x="0" y="753"/>
                  </a:lnTo>
                  <a:lnTo>
                    <a:pt x="753" y="753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5442275" y="2609625"/>
              <a:ext cx="18825" cy="18850"/>
            </a:xfrm>
            <a:custGeom>
              <a:avLst/>
              <a:gdLst/>
              <a:ahLst/>
              <a:cxnLst/>
              <a:rect l="l" t="t" r="r" b="b"/>
              <a:pathLst>
                <a:path w="753" h="754" extrusionOk="0">
                  <a:moveTo>
                    <a:pt x="0" y="1"/>
                  </a:moveTo>
                  <a:lnTo>
                    <a:pt x="0" y="753"/>
                  </a:lnTo>
                  <a:lnTo>
                    <a:pt x="753" y="753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5410925" y="2609625"/>
              <a:ext cx="18825" cy="18850"/>
            </a:xfrm>
            <a:custGeom>
              <a:avLst/>
              <a:gdLst/>
              <a:ahLst/>
              <a:cxnLst/>
              <a:rect l="l" t="t" r="r" b="b"/>
              <a:pathLst>
                <a:path w="753" h="754" extrusionOk="0">
                  <a:moveTo>
                    <a:pt x="0" y="1"/>
                  </a:moveTo>
                  <a:lnTo>
                    <a:pt x="0" y="753"/>
                  </a:lnTo>
                  <a:lnTo>
                    <a:pt x="753" y="753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3"/>
          <p:cNvGrpSpPr/>
          <p:nvPr/>
        </p:nvGrpSpPr>
        <p:grpSpPr>
          <a:xfrm rot="-5400000">
            <a:off x="7964223" y="3923899"/>
            <a:ext cx="316157" cy="1149669"/>
            <a:chOff x="4455175" y="2826325"/>
            <a:chExt cx="114450" cy="416200"/>
          </a:xfrm>
        </p:grpSpPr>
        <p:sp>
          <p:nvSpPr>
            <p:cNvPr id="958" name="Google Shape;958;p3"/>
            <p:cNvSpPr/>
            <p:nvPr/>
          </p:nvSpPr>
          <p:spPr>
            <a:xfrm>
              <a:off x="4475950" y="32044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916" y="106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4475950" y="3188400"/>
              <a:ext cx="72900" cy="27075"/>
            </a:xfrm>
            <a:custGeom>
              <a:avLst/>
              <a:gdLst/>
              <a:ahLst/>
              <a:cxnLst/>
              <a:rect l="l" t="t" r="r" b="b"/>
              <a:pathLst>
                <a:path w="2916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2916" y="1082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4475950" y="31656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2916" y="1067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4499075" y="31504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4499075" y="31237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4499075" y="31774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4499075" y="32044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4499075" y="32154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4499075" y="30426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4499075" y="301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4499075" y="30696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4499075" y="30967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4499075" y="29352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4499075" y="29082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4499075" y="29619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4499075" y="29889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4504175" y="2826325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450417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8" y="643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450417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452062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452062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4537075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4553550" y="2875325"/>
              <a:ext cx="16075" cy="16475"/>
            </a:xfrm>
            <a:custGeom>
              <a:avLst/>
              <a:gdLst/>
              <a:ahLst/>
              <a:cxnLst/>
              <a:rect l="l" t="t" r="r" b="b"/>
              <a:pathLst>
                <a:path w="643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4487700" y="2842800"/>
              <a:ext cx="16500" cy="16075"/>
            </a:xfrm>
            <a:custGeom>
              <a:avLst/>
              <a:gdLst/>
              <a:ahLst/>
              <a:cxnLst/>
              <a:rect l="l" t="t" r="r" b="b"/>
              <a:pathLst>
                <a:path w="660" h="643" extrusionOk="0">
                  <a:moveTo>
                    <a:pt x="1" y="0"/>
                  </a:moveTo>
                  <a:lnTo>
                    <a:pt x="1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4487700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4471250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450417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452062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4537075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4487700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450417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452062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4487700" y="289177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4471250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4455175" y="2875325"/>
              <a:ext cx="16100" cy="16475"/>
            </a:xfrm>
            <a:custGeom>
              <a:avLst/>
              <a:gdLst/>
              <a:ahLst/>
              <a:cxnLst/>
              <a:rect l="l" t="t" r="r" b="b"/>
              <a:pathLst>
                <a:path w="644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3" name="Google Shape;993;p3"/>
          <p:cNvGrpSpPr/>
          <p:nvPr/>
        </p:nvGrpSpPr>
        <p:grpSpPr>
          <a:xfrm>
            <a:off x="640032" y="1168331"/>
            <a:ext cx="1049633" cy="523940"/>
            <a:chOff x="138482" y="584556"/>
            <a:chExt cx="1049633" cy="523940"/>
          </a:xfrm>
        </p:grpSpPr>
        <p:sp>
          <p:nvSpPr>
            <p:cNvPr id="994" name="Google Shape;994;p3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3"/>
          <p:cNvGrpSpPr/>
          <p:nvPr/>
        </p:nvGrpSpPr>
        <p:grpSpPr>
          <a:xfrm flipH="1">
            <a:off x="7972732" y="1735731"/>
            <a:ext cx="1049633" cy="523940"/>
            <a:chOff x="138482" y="584556"/>
            <a:chExt cx="1049633" cy="523940"/>
          </a:xfrm>
        </p:grpSpPr>
        <p:sp>
          <p:nvSpPr>
            <p:cNvPr id="1010" name="Google Shape;1010;p3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5" name="Google Shape;1025;p3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026" name="Google Shape;1026;p3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027" name="Google Shape;1027;p3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4" name="Google Shape;1054;p3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055" name="Google Shape;1055;p3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2" name="Google Shape;1082;p3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083" name="Google Shape;1083;p3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10" name="Google Shape;1110;p3"/>
          <p:cNvSpPr txBox="1">
            <a:spLocks noGrp="1"/>
          </p:cNvSpPr>
          <p:nvPr>
            <p:ph type="title"/>
          </p:nvPr>
        </p:nvSpPr>
        <p:spPr>
          <a:xfrm>
            <a:off x="21261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1" name="Google Shape;1111;p3"/>
          <p:cNvSpPr txBox="1">
            <a:spLocks noGrp="1"/>
          </p:cNvSpPr>
          <p:nvPr>
            <p:ph type="subTitle" idx="1"/>
          </p:nvPr>
        </p:nvSpPr>
        <p:spPr>
          <a:xfrm>
            <a:off x="2126100" y="3500100"/>
            <a:ext cx="48918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12" name="Google Shape;1112;p3"/>
          <p:cNvSpPr txBox="1">
            <a:spLocks noGrp="1"/>
          </p:cNvSpPr>
          <p:nvPr>
            <p:ph type="title" idx="2" hasCustomPrompt="1"/>
          </p:nvPr>
        </p:nvSpPr>
        <p:spPr>
          <a:xfrm>
            <a:off x="3871375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4" name="Google Shape;1114;p4"/>
          <p:cNvGrpSpPr/>
          <p:nvPr/>
        </p:nvGrpSpPr>
        <p:grpSpPr>
          <a:xfrm>
            <a:off x="8424007" y="696381"/>
            <a:ext cx="1049633" cy="523940"/>
            <a:chOff x="138482" y="584556"/>
            <a:chExt cx="1049633" cy="523940"/>
          </a:xfrm>
        </p:grpSpPr>
        <p:sp>
          <p:nvSpPr>
            <p:cNvPr id="1115" name="Google Shape;1115;p4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0" name="Google Shape;1130;p4"/>
          <p:cNvGrpSpPr/>
          <p:nvPr/>
        </p:nvGrpSpPr>
        <p:grpSpPr>
          <a:xfrm>
            <a:off x="256301" y="147620"/>
            <a:ext cx="266546" cy="228568"/>
            <a:chOff x="256301" y="147620"/>
            <a:chExt cx="266546" cy="228568"/>
          </a:xfrm>
        </p:grpSpPr>
        <p:sp>
          <p:nvSpPr>
            <p:cNvPr id="1131" name="Google Shape;1131;p4"/>
            <p:cNvSpPr/>
            <p:nvPr/>
          </p:nvSpPr>
          <p:spPr>
            <a:xfrm>
              <a:off x="294309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332318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408821" y="147620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446829" y="147620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256301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294309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332318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E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370327" y="185628"/>
              <a:ext cx="38524" cy="38039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408821" y="185628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446829" y="185628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484808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256301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294309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BE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332318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E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370327" y="223637"/>
              <a:ext cx="38524" cy="38039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408821" y="223637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446829" y="223637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484808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294309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332318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370327" y="261646"/>
              <a:ext cx="38524" cy="38039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70" y="1254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408821" y="261646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446829" y="261646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332318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370327" y="299654"/>
              <a:ext cx="38524" cy="38524"/>
            </a:xfrm>
            <a:custGeom>
              <a:avLst/>
              <a:gdLst/>
              <a:ahLst/>
              <a:cxnLst/>
              <a:rect l="l" t="t" r="r" b="b"/>
              <a:pathLst>
                <a:path w="1271" h="1271" extrusionOk="0">
                  <a:moveTo>
                    <a:pt x="0" y="0"/>
                  </a:moveTo>
                  <a:lnTo>
                    <a:pt x="0" y="1270"/>
                  </a:lnTo>
                  <a:lnTo>
                    <a:pt x="1270" y="1270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408821" y="299654"/>
              <a:ext cx="38009" cy="38524"/>
            </a:xfrm>
            <a:custGeom>
              <a:avLst/>
              <a:gdLst/>
              <a:ahLst/>
              <a:cxnLst/>
              <a:rect l="l" t="t" r="r" b="b"/>
              <a:pathLst>
                <a:path w="1254" h="1271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370327" y="338148"/>
              <a:ext cx="38524" cy="38039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158;p4"/>
          <p:cNvGrpSpPr/>
          <p:nvPr/>
        </p:nvGrpSpPr>
        <p:grpSpPr>
          <a:xfrm>
            <a:off x="586498" y="147620"/>
            <a:ext cx="266546" cy="228568"/>
            <a:chOff x="586498" y="147620"/>
            <a:chExt cx="266546" cy="228568"/>
          </a:xfrm>
        </p:grpSpPr>
        <p:sp>
          <p:nvSpPr>
            <p:cNvPr id="1159" name="Google Shape;1159;p4"/>
            <p:cNvSpPr/>
            <p:nvPr/>
          </p:nvSpPr>
          <p:spPr>
            <a:xfrm>
              <a:off x="624961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662970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738987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776996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586498" y="185628"/>
              <a:ext cx="38494" cy="38039"/>
            </a:xfrm>
            <a:custGeom>
              <a:avLst/>
              <a:gdLst/>
              <a:ahLst/>
              <a:cxnLst/>
              <a:rect l="l" t="t" r="r" b="b"/>
              <a:pathLst>
                <a:path w="1270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624961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662970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700979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738987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776996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815005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586498" y="223637"/>
              <a:ext cx="38494" cy="38039"/>
            </a:xfrm>
            <a:custGeom>
              <a:avLst/>
              <a:gdLst/>
              <a:ahLst/>
              <a:cxnLst/>
              <a:rect l="l" t="t" r="r" b="b"/>
              <a:pathLst>
                <a:path w="1270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624961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662970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700979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738987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776996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815005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624961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662970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700979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738987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776996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662970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700979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738987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700979" y="33814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6" name="Google Shape;1186;p4"/>
          <p:cNvGrpSpPr/>
          <p:nvPr/>
        </p:nvGrpSpPr>
        <p:grpSpPr>
          <a:xfrm>
            <a:off x="916698" y="147620"/>
            <a:ext cx="266546" cy="228568"/>
            <a:chOff x="586498" y="147620"/>
            <a:chExt cx="266546" cy="228568"/>
          </a:xfrm>
        </p:grpSpPr>
        <p:sp>
          <p:nvSpPr>
            <p:cNvPr id="1187" name="Google Shape;1187;p4"/>
            <p:cNvSpPr/>
            <p:nvPr/>
          </p:nvSpPr>
          <p:spPr>
            <a:xfrm>
              <a:off x="624961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662970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738987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776996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586498" y="185628"/>
              <a:ext cx="38494" cy="38039"/>
            </a:xfrm>
            <a:custGeom>
              <a:avLst/>
              <a:gdLst/>
              <a:ahLst/>
              <a:cxnLst/>
              <a:rect l="l" t="t" r="r" b="b"/>
              <a:pathLst>
                <a:path w="1270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624961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662970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700979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738987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776996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815005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586498" y="223637"/>
              <a:ext cx="38494" cy="38039"/>
            </a:xfrm>
            <a:custGeom>
              <a:avLst/>
              <a:gdLst/>
              <a:ahLst/>
              <a:cxnLst/>
              <a:rect l="l" t="t" r="r" b="b"/>
              <a:pathLst>
                <a:path w="1270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624961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662970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700979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738987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776996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815005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624961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662970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700979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738987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776996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662970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700979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738987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700979" y="33814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4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215" name="Google Shape;1215;p4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216" name="Google Shape;1216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9" name="Google Shape;1259;p4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260" name="Google Shape;1260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3" name="Google Shape;1303;p4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304" name="Google Shape;1304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7" name="Google Shape;1347;p4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348" name="Google Shape;1348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1" name="Google Shape;1391;p4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392" name="Google Shape;1392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5" name="Google Shape;1435;p4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436" name="Google Shape;1436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9" name="Google Shape;1479;p4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480" name="Google Shape;1480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3" name="Google Shape;1523;p4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524" name="Google Shape;1524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7" name="Google Shape;1567;p4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568" name="Google Shape;1568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1" name="Google Shape;161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2" name="Google Shape;1612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49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4" name="Google Shape;1614;p5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615" name="Google Shape;1615;p5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616" name="Google Shape;1616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9" name="Google Shape;1659;p5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660" name="Google Shape;1660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3" name="Google Shape;1703;p5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704" name="Google Shape;1704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7" name="Google Shape;1747;p5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748" name="Google Shape;1748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1" name="Google Shape;1791;p5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792" name="Google Shape;1792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5" name="Google Shape;1835;p5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836" name="Google Shape;1836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9" name="Google Shape;1879;p5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880" name="Google Shape;1880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3" name="Google Shape;1923;p5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924" name="Google Shape;1924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67" name="Google Shape;1967;p5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968" name="Google Shape;1968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11" name="Google Shape;2011;p5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2012" name="Google Shape;2012;p5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2013" name="Google Shape;2013;p5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5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5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5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5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5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5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5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5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5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5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5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5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5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5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5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5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5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5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5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5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5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5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5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5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5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5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40" name="Google Shape;2040;p5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2041" name="Google Shape;2041;p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8" name="Google Shape;2068;p5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2069" name="Google Shape;2069;p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96" name="Google Shape;209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97" name="Google Shape;2097;p5"/>
          <p:cNvSpPr txBox="1">
            <a:spLocks noGrp="1"/>
          </p:cNvSpPr>
          <p:nvPr>
            <p:ph type="subTitle" idx="1"/>
          </p:nvPr>
        </p:nvSpPr>
        <p:spPr>
          <a:xfrm>
            <a:off x="1354413" y="2532225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grpSp>
        <p:nvGrpSpPr>
          <p:cNvPr id="2098" name="Google Shape;2098;p5"/>
          <p:cNvGrpSpPr/>
          <p:nvPr/>
        </p:nvGrpSpPr>
        <p:grpSpPr>
          <a:xfrm>
            <a:off x="-329643" y="2247081"/>
            <a:ext cx="1049633" cy="523940"/>
            <a:chOff x="138482" y="584556"/>
            <a:chExt cx="1049633" cy="523940"/>
          </a:xfrm>
        </p:grpSpPr>
        <p:sp>
          <p:nvSpPr>
            <p:cNvPr id="2099" name="Google Shape;2099;p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4" name="Google Shape;2114;p5"/>
          <p:cNvGrpSpPr/>
          <p:nvPr/>
        </p:nvGrpSpPr>
        <p:grpSpPr>
          <a:xfrm flipH="1">
            <a:off x="8424007" y="1291306"/>
            <a:ext cx="1049633" cy="523940"/>
            <a:chOff x="138482" y="584556"/>
            <a:chExt cx="1049633" cy="523940"/>
          </a:xfrm>
        </p:grpSpPr>
        <p:sp>
          <p:nvSpPr>
            <p:cNvPr id="2115" name="Google Shape;2115;p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0" name="Google Shape;2130;p5"/>
          <p:cNvSpPr txBox="1">
            <a:spLocks noGrp="1"/>
          </p:cNvSpPr>
          <p:nvPr>
            <p:ph type="subTitle" idx="2"/>
          </p:nvPr>
        </p:nvSpPr>
        <p:spPr>
          <a:xfrm>
            <a:off x="1354413" y="3002025"/>
            <a:ext cx="2518500" cy="104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31" name="Google Shape;2131;p5"/>
          <p:cNvSpPr txBox="1">
            <a:spLocks noGrp="1"/>
          </p:cNvSpPr>
          <p:nvPr>
            <p:ph type="subTitle" idx="3"/>
          </p:nvPr>
        </p:nvSpPr>
        <p:spPr>
          <a:xfrm>
            <a:off x="5271088" y="2532225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2132" name="Google Shape;2132;p5"/>
          <p:cNvSpPr txBox="1">
            <a:spLocks noGrp="1"/>
          </p:cNvSpPr>
          <p:nvPr>
            <p:ph type="subTitle" idx="4"/>
          </p:nvPr>
        </p:nvSpPr>
        <p:spPr>
          <a:xfrm>
            <a:off x="5271088" y="3002025"/>
            <a:ext cx="2518500" cy="104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7" name="Google Shape;3167;p8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3168" name="Google Shape;3168;p8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3169" name="Google Shape;3169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2" name="Google Shape;3212;p8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3213" name="Google Shape;3213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215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228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229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230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231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232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3" name="Google Shape;3233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34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35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36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37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8" name="Google Shape;3238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39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40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41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3" name="Google Shape;3253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4" name="Google Shape;3254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56" name="Google Shape;3256;p8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3257" name="Google Shape;3257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0" name="Google Shape;3300;p8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3301" name="Google Shape;3301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4" name="Google Shape;3344;p8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3345" name="Google Shape;3345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88" name="Google Shape;3388;p8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3389" name="Google Shape;3389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32" name="Google Shape;3432;p8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3433" name="Google Shape;3433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6" name="Google Shape;3476;p8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3477" name="Google Shape;3477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8" name="Google Shape;3498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0" name="Google Shape;3520;p8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3521" name="Google Shape;3521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3" name="Google Shape;3523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1" name="Google Shape;3531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4" name="Google Shape;3534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5" name="Google Shape;3535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7" name="Google Shape;3537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8" name="Google Shape;3538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4" name="Google Shape;3544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5" name="Google Shape;3545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0" name="Google Shape;3550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5" name="Google Shape;3555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6" name="Google Shape;3556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7" name="Google Shape;3557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9" name="Google Shape;3559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0" name="Google Shape;3560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64" name="Google Shape;3564;p8"/>
          <p:cNvGrpSpPr/>
          <p:nvPr/>
        </p:nvGrpSpPr>
        <p:grpSpPr>
          <a:xfrm flipH="1">
            <a:off x="7444550" y="3868733"/>
            <a:ext cx="979461" cy="734884"/>
            <a:chOff x="4815700" y="3267175"/>
            <a:chExt cx="376600" cy="282550"/>
          </a:xfrm>
        </p:grpSpPr>
        <p:sp>
          <p:nvSpPr>
            <p:cNvPr id="3565" name="Google Shape;3565;p8"/>
            <p:cNvSpPr/>
            <p:nvPr/>
          </p:nvSpPr>
          <p:spPr>
            <a:xfrm>
              <a:off x="4847050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8"/>
            <p:cNvSpPr/>
            <p:nvPr/>
          </p:nvSpPr>
          <p:spPr>
            <a:xfrm>
              <a:off x="4878400" y="32671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8"/>
            <p:cNvSpPr/>
            <p:nvPr/>
          </p:nvSpPr>
          <p:spPr>
            <a:xfrm>
              <a:off x="490972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8"/>
            <p:cNvSpPr/>
            <p:nvPr/>
          </p:nvSpPr>
          <p:spPr>
            <a:xfrm>
              <a:off x="494107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8"/>
            <p:cNvSpPr/>
            <p:nvPr/>
          </p:nvSpPr>
          <p:spPr>
            <a:xfrm>
              <a:off x="497242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8"/>
            <p:cNvSpPr/>
            <p:nvPr/>
          </p:nvSpPr>
          <p:spPr>
            <a:xfrm>
              <a:off x="5003775" y="326717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8"/>
            <p:cNvSpPr/>
            <p:nvPr/>
          </p:nvSpPr>
          <p:spPr>
            <a:xfrm>
              <a:off x="503552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8"/>
            <p:cNvSpPr/>
            <p:nvPr/>
          </p:nvSpPr>
          <p:spPr>
            <a:xfrm>
              <a:off x="506687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8"/>
            <p:cNvSpPr/>
            <p:nvPr/>
          </p:nvSpPr>
          <p:spPr>
            <a:xfrm>
              <a:off x="509822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8"/>
            <p:cNvSpPr/>
            <p:nvPr/>
          </p:nvSpPr>
          <p:spPr>
            <a:xfrm>
              <a:off x="512957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8"/>
            <p:cNvSpPr/>
            <p:nvPr/>
          </p:nvSpPr>
          <p:spPr>
            <a:xfrm>
              <a:off x="4815700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8"/>
            <p:cNvSpPr/>
            <p:nvPr/>
          </p:nvSpPr>
          <p:spPr>
            <a:xfrm>
              <a:off x="4847050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8"/>
            <p:cNvSpPr/>
            <p:nvPr/>
          </p:nvSpPr>
          <p:spPr>
            <a:xfrm>
              <a:off x="4878400" y="32985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8"/>
            <p:cNvSpPr/>
            <p:nvPr/>
          </p:nvSpPr>
          <p:spPr>
            <a:xfrm>
              <a:off x="49097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8"/>
            <p:cNvSpPr/>
            <p:nvPr/>
          </p:nvSpPr>
          <p:spPr>
            <a:xfrm>
              <a:off x="494107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8"/>
            <p:cNvSpPr/>
            <p:nvPr/>
          </p:nvSpPr>
          <p:spPr>
            <a:xfrm>
              <a:off x="49724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8"/>
            <p:cNvSpPr/>
            <p:nvPr/>
          </p:nvSpPr>
          <p:spPr>
            <a:xfrm>
              <a:off x="5003775" y="329852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8"/>
            <p:cNvSpPr/>
            <p:nvPr/>
          </p:nvSpPr>
          <p:spPr>
            <a:xfrm>
              <a:off x="50355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8"/>
            <p:cNvSpPr/>
            <p:nvPr/>
          </p:nvSpPr>
          <p:spPr>
            <a:xfrm>
              <a:off x="506687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8"/>
            <p:cNvSpPr/>
            <p:nvPr/>
          </p:nvSpPr>
          <p:spPr>
            <a:xfrm>
              <a:off x="50982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8"/>
            <p:cNvSpPr/>
            <p:nvPr/>
          </p:nvSpPr>
          <p:spPr>
            <a:xfrm>
              <a:off x="512957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8"/>
            <p:cNvSpPr/>
            <p:nvPr/>
          </p:nvSpPr>
          <p:spPr>
            <a:xfrm>
              <a:off x="51609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8"/>
            <p:cNvSpPr/>
            <p:nvPr/>
          </p:nvSpPr>
          <p:spPr>
            <a:xfrm>
              <a:off x="4815700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8"/>
            <p:cNvSpPr/>
            <p:nvPr/>
          </p:nvSpPr>
          <p:spPr>
            <a:xfrm>
              <a:off x="4847050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8"/>
            <p:cNvSpPr/>
            <p:nvPr/>
          </p:nvSpPr>
          <p:spPr>
            <a:xfrm>
              <a:off x="4878400" y="33298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8"/>
            <p:cNvSpPr/>
            <p:nvPr/>
          </p:nvSpPr>
          <p:spPr>
            <a:xfrm>
              <a:off x="49097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8"/>
            <p:cNvSpPr/>
            <p:nvPr/>
          </p:nvSpPr>
          <p:spPr>
            <a:xfrm>
              <a:off x="494107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8"/>
            <p:cNvSpPr/>
            <p:nvPr/>
          </p:nvSpPr>
          <p:spPr>
            <a:xfrm>
              <a:off x="49724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8"/>
            <p:cNvSpPr/>
            <p:nvPr/>
          </p:nvSpPr>
          <p:spPr>
            <a:xfrm>
              <a:off x="5003775" y="332987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8"/>
            <p:cNvSpPr/>
            <p:nvPr/>
          </p:nvSpPr>
          <p:spPr>
            <a:xfrm>
              <a:off x="50355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8"/>
            <p:cNvSpPr/>
            <p:nvPr/>
          </p:nvSpPr>
          <p:spPr>
            <a:xfrm>
              <a:off x="506687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8"/>
            <p:cNvSpPr/>
            <p:nvPr/>
          </p:nvSpPr>
          <p:spPr>
            <a:xfrm>
              <a:off x="50982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8"/>
            <p:cNvSpPr/>
            <p:nvPr/>
          </p:nvSpPr>
          <p:spPr>
            <a:xfrm>
              <a:off x="512957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8"/>
            <p:cNvSpPr/>
            <p:nvPr/>
          </p:nvSpPr>
          <p:spPr>
            <a:xfrm>
              <a:off x="51609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8"/>
            <p:cNvSpPr/>
            <p:nvPr/>
          </p:nvSpPr>
          <p:spPr>
            <a:xfrm>
              <a:off x="4815700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8"/>
            <p:cNvSpPr/>
            <p:nvPr/>
          </p:nvSpPr>
          <p:spPr>
            <a:xfrm>
              <a:off x="4847050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8"/>
            <p:cNvSpPr/>
            <p:nvPr/>
          </p:nvSpPr>
          <p:spPr>
            <a:xfrm>
              <a:off x="4878400" y="33612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8"/>
            <p:cNvSpPr/>
            <p:nvPr/>
          </p:nvSpPr>
          <p:spPr>
            <a:xfrm>
              <a:off x="49097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8"/>
            <p:cNvSpPr/>
            <p:nvPr/>
          </p:nvSpPr>
          <p:spPr>
            <a:xfrm>
              <a:off x="494107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8"/>
            <p:cNvSpPr/>
            <p:nvPr/>
          </p:nvSpPr>
          <p:spPr>
            <a:xfrm>
              <a:off x="49724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8"/>
            <p:cNvSpPr/>
            <p:nvPr/>
          </p:nvSpPr>
          <p:spPr>
            <a:xfrm>
              <a:off x="5003775" y="336122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8"/>
            <p:cNvSpPr/>
            <p:nvPr/>
          </p:nvSpPr>
          <p:spPr>
            <a:xfrm>
              <a:off x="50355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8"/>
            <p:cNvSpPr/>
            <p:nvPr/>
          </p:nvSpPr>
          <p:spPr>
            <a:xfrm>
              <a:off x="506687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8"/>
            <p:cNvSpPr/>
            <p:nvPr/>
          </p:nvSpPr>
          <p:spPr>
            <a:xfrm>
              <a:off x="50982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8"/>
            <p:cNvSpPr/>
            <p:nvPr/>
          </p:nvSpPr>
          <p:spPr>
            <a:xfrm>
              <a:off x="512957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8"/>
            <p:cNvSpPr/>
            <p:nvPr/>
          </p:nvSpPr>
          <p:spPr>
            <a:xfrm>
              <a:off x="51609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8"/>
            <p:cNvSpPr/>
            <p:nvPr/>
          </p:nvSpPr>
          <p:spPr>
            <a:xfrm>
              <a:off x="4815700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8"/>
            <p:cNvSpPr/>
            <p:nvPr/>
          </p:nvSpPr>
          <p:spPr>
            <a:xfrm>
              <a:off x="4847050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8"/>
            <p:cNvSpPr/>
            <p:nvPr/>
          </p:nvSpPr>
          <p:spPr>
            <a:xfrm>
              <a:off x="4878400" y="33925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8"/>
            <p:cNvSpPr/>
            <p:nvPr/>
          </p:nvSpPr>
          <p:spPr>
            <a:xfrm>
              <a:off x="49097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8"/>
            <p:cNvSpPr/>
            <p:nvPr/>
          </p:nvSpPr>
          <p:spPr>
            <a:xfrm>
              <a:off x="494107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8"/>
            <p:cNvSpPr/>
            <p:nvPr/>
          </p:nvSpPr>
          <p:spPr>
            <a:xfrm>
              <a:off x="49724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8"/>
            <p:cNvSpPr/>
            <p:nvPr/>
          </p:nvSpPr>
          <p:spPr>
            <a:xfrm>
              <a:off x="5003775" y="339257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8"/>
            <p:cNvSpPr/>
            <p:nvPr/>
          </p:nvSpPr>
          <p:spPr>
            <a:xfrm>
              <a:off x="50355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8"/>
            <p:cNvSpPr/>
            <p:nvPr/>
          </p:nvSpPr>
          <p:spPr>
            <a:xfrm>
              <a:off x="506687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8"/>
            <p:cNvSpPr/>
            <p:nvPr/>
          </p:nvSpPr>
          <p:spPr>
            <a:xfrm>
              <a:off x="50982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8"/>
            <p:cNvSpPr/>
            <p:nvPr/>
          </p:nvSpPr>
          <p:spPr>
            <a:xfrm>
              <a:off x="512957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8"/>
            <p:cNvSpPr/>
            <p:nvPr/>
          </p:nvSpPr>
          <p:spPr>
            <a:xfrm>
              <a:off x="51609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8"/>
            <p:cNvSpPr/>
            <p:nvPr/>
          </p:nvSpPr>
          <p:spPr>
            <a:xfrm>
              <a:off x="4815700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8"/>
            <p:cNvSpPr/>
            <p:nvPr/>
          </p:nvSpPr>
          <p:spPr>
            <a:xfrm>
              <a:off x="4847050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8"/>
            <p:cNvSpPr/>
            <p:nvPr/>
          </p:nvSpPr>
          <p:spPr>
            <a:xfrm>
              <a:off x="4878400" y="34239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8"/>
            <p:cNvSpPr/>
            <p:nvPr/>
          </p:nvSpPr>
          <p:spPr>
            <a:xfrm>
              <a:off x="49097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8"/>
            <p:cNvSpPr/>
            <p:nvPr/>
          </p:nvSpPr>
          <p:spPr>
            <a:xfrm>
              <a:off x="494107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8"/>
            <p:cNvSpPr/>
            <p:nvPr/>
          </p:nvSpPr>
          <p:spPr>
            <a:xfrm>
              <a:off x="49724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8"/>
            <p:cNvSpPr/>
            <p:nvPr/>
          </p:nvSpPr>
          <p:spPr>
            <a:xfrm>
              <a:off x="5003775" y="342392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8"/>
            <p:cNvSpPr/>
            <p:nvPr/>
          </p:nvSpPr>
          <p:spPr>
            <a:xfrm>
              <a:off x="50355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8"/>
            <p:cNvSpPr/>
            <p:nvPr/>
          </p:nvSpPr>
          <p:spPr>
            <a:xfrm>
              <a:off x="506687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8"/>
            <p:cNvSpPr/>
            <p:nvPr/>
          </p:nvSpPr>
          <p:spPr>
            <a:xfrm>
              <a:off x="50982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8"/>
            <p:cNvSpPr/>
            <p:nvPr/>
          </p:nvSpPr>
          <p:spPr>
            <a:xfrm>
              <a:off x="512957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8"/>
            <p:cNvSpPr/>
            <p:nvPr/>
          </p:nvSpPr>
          <p:spPr>
            <a:xfrm>
              <a:off x="51609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8"/>
            <p:cNvSpPr/>
            <p:nvPr/>
          </p:nvSpPr>
          <p:spPr>
            <a:xfrm>
              <a:off x="4815700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8"/>
            <p:cNvSpPr/>
            <p:nvPr/>
          </p:nvSpPr>
          <p:spPr>
            <a:xfrm>
              <a:off x="4847050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8"/>
            <p:cNvSpPr/>
            <p:nvPr/>
          </p:nvSpPr>
          <p:spPr>
            <a:xfrm>
              <a:off x="4878400" y="3455275"/>
              <a:ext cx="31350" cy="31750"/>
            </a:xfrm>
            <a:custGeom>
              <a:avLst/>
              <a:gdLst/>
              <a:ahLst/>
              <a:cxnLst/>
              <a:rect l="l" t="t" r="r" b="b"/>
              <a:pathLst>
                <a:path w="1254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8"/>
            <p:cNvSpPr/>
            <p:nvPr/>
          </p:nvSpPr>
          <p:spPr>
            <a:xfrm>
              <a:off x="49097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8"/>
            <p:cNvSpPr/>
            <p:nvPr/>
          </p:nvSpPr>
          <p:spPr>
            <a:xfrm>
              <a:off x="494107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8"/>
            <p:cNvSpPr/>
            <p:nvPr/>
          </p:nvSpPr>
          <p:spPr>
            <a:xfrm>
              <a:off x="49724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8"/>
            <p:cNvSpPr/>
            <p:nvPr/>
          </p:nvSpPr>
          <p:spPr>
            <a:xfrm>
              <a:off x="5003775" y="3455275"/>
              <a:ext cx="31775" cy="31750"/>
            </a:xfrm>
            <a:custGeom>
              <a:avLst/>
              <a:gdLst/>
              <a:ahLst/>
              <a:cxnLst/>
              <a:rect l="l" t="t" r="r" b="b"/>
              <a:pathLst>
                <a:path w="1271" h="1270" extrusionOk="0">
                  <a:moveTo>
                    <a:pt x="1" y="0"/>
                  </a:moveTo>
                  <a:lnTo>
                    <a:pt x="1" y="1270"/>
                  </a:lnTo>
                  <a:lnTo>
                    <a:pt x="1270" y="1270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8"/>
            <p:cNvSpPr/>
            <p:nvPr/>
          </p:nvSpPr>
          <p:spPr>
            <a:xfrm>
              <a:off x="50355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8"/>
            <p:cNvSpPr/>
            <p:nvPr/>
          </p:nvSpPr>
          <p:spPr>
            <a:xfrm>
              <a:off x="506687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8"/>
            <p:cNvSpPr/>
            <p:nvPr/>
          </p:nvSpPr>
          <p:spPr>
            <a:xfrm>
              <a:off x="50982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8"/>
            <p:cNvSpPr/>
            <p:nvPr/>
          </p:nvSpPr>
          <p:spPr>
            <a:xfrm>
              <a:off x="512957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8"/>
            <p:cNvSpPr/>
            <p:nvPr/>
          </p:nvSpPr>
          <p:spPr>
            <a:xfrm>
              <a:off x="51609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8"/>
            <p:cNvSpPr/>
            <p:nvPr/>
          </p:nvSpPr>
          <p:spPr>
            <a:xfrm>
              <a:off x="4815700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8"/>
            <p:cNvSpPr/>
            <p:nvPr/>
          </p:nvSpPr>
          <p:spPr>
            <a:xfrm>
              <a:off x="4847050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8"/>
            <p:cNvSpPr/>
            <p:nvPr/>
          </p:nvSpPr>
          <p:spPr>
            <a:xfrm>
              <a:off x="4878400" y="3487000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8"/>
            <p:cNvSpPr/>
            <p:nvPr/>
          </p:nvSpPr>
          <p:spPr>
            <a:xfrm>
              <a:off x="49097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8"/>
            <p:cNvSpPr/>
            <p:nvPr/>
          </p:nvSpPr>
          <p:spPr>
            <a:xfrm>
              <a:off x="494107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8"/>
            <p:cNvSpPr/>
            <p:nvPr/>
          </p:nvSpPr>
          <p:spPr>
            <a:xfrm>
              <a:off x="49724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8"/>
            <p:cNvSpPr/>
            <p:nvPr/>
          </p:nvSpPr>
          <p:spPr>
            <a:xfrm>
              <a:off x="5003775" y="3487000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8"/>
            <p:cNvSpPr/>
            <p:nvPr/>
          </p:nvSpPr>
          <p:spPr>
            <a:xfrm>
              <a:off x="50355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8"/>
            <p:cNvSpPr/>
            <p:nvPr/>
          </p:nvSpPr>
          <p:spPr>
            <a:xfrm>
              <a:off x="506687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8"/>
            <p:cNvSpPr/>
            <p:nvPr/>
          </p:nvSpPr>
          <p:spPr>
            <a:xfrm>
              <a:off x="50982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8"/>
            <p:cNvSpPr/>
            <p:nvPr/>
          </p:nvSpPr>
          <p:spPr>
            <a:xfrm>
              <a:off x="512957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8"/>
            <p:cNvSpPr/>
            <p:nvPr/>
          </p:nvSpPr>
          <p:spPr>
            <a:xfrm>
              <a:off x="51609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8"/>
            <p:cNvSpPr/>
            <p:nvPr/>
          </p:nvSpPr>
          <p:spPr>
            <a:xfrm>
              <a:off x="4815700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8"/>
            <p:cNvSpPr/>
            <p:nvPr/>
          </p:nvSpPr>
          <p:spPr>
            <a:xfrm>
              <a:off x="4847050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8"/>
            <p:cNvSpPr/>
            <p:nvPr/>
          </p:nvSpPr>
          <p:spPr>
            <a:xfrm>
              <a:off x="4878400" y="3518350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8"/>
            <p:cNvSpPr/>
            <p:nvPr/>
          </p:nvSpPr>
          <p:spPr>
            <a:xfrm>
              <a:off x="49097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8"/>
            <p:cNvSpPr/>
            <p:nvPr/>
          </p:nvSpPr>
          <p:spPr>
            <a:xfrm>
              <a:off x="494107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8"/>
            <p:cNvSpPr/>
            <p:nvPr/>
          </p:nvSpPr>
          <p:spPr>
            <a:xfrm>
              <a:off x="49724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8"/>
            <p:cNvSpPr/>
            <p:nvPr/>
          </p:nvSpPr>
          <p:spPr>
            <a:xfrm>
              <a:off x="5003775" y="3518350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8"/>
            <p:cNvSpPr/>
            <p:nvPr/>
          </p:nvSpPr>
          <p:spPr>
            <a:xfrm>
              <a:off x="50355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8"/>
            <p:cNvSpPr/>
            <p:nvPr/>
          </p:nvSpPr>
          <p:spPr>
            <a:xfrm>
              <a:off x="506687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8"/>
            <p:cNvSpPr/>
            <p:nvPr/>
          </p:nvSpPr>
          <p:spPr>
            <a:xfrm>
              <a:off x="50982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8"/>
            <p:cNvSpPr/>
            <p:nvPr/>
          </p:nvSpPr>
          <p:spPr>
            <a:xfrm>
              <a:off x="512957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8"/>
            <p:cNvSpPr/>
            <p:nvPr/>
          </p:nvSpPr>
          <p:spPr>
            <a:xfrm>
              <a:off x="51609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1" name="Google Shape;3671;p8"/>
          <p:cNvGrpSpPr/>
          <p:nvPr/>
        </p:nvGrpSpPr>
        <p:grpSpPr>
          <a:xfrm rot="5400000">
            <a:off x="947028" y="4273455"/>
            <a:ext cx="282947" cy="377063"/>
            <a:chOff x="3324675" y="3184100"/>
            <a:chExt cx="212025" cy="282550"/>
          </a:xfrm>
        </p:grpSpPr>
        <p:sp>
          <p:nvSpPr>
            <p:cNvPr id="3672" name="Google Shape;3672;p8"/>
            <p:cNvSpPr/>
            <p:nvPr/>
          </p:nvSpPr>
          <p:spPr>
            <a:xfrm>
              <a:off x="3359950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8"/>
            <p:cNvSpPr/>
            <p:nvPr/>
          </p:nvSpPr>
          <p:spPr>
            <a:xfrm>
              <a:off x="3395200" y="3184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8"/>
            <p:cNvSpPr/>
            <p:nvPr/>
          </p:nvSpPr>
          <p:spPr>
            <a:xfrm>
              <a:off x="3430875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8"/>
            <p:cNvSpPr/>
            <p:nvPr/>
          </p:nvSpPr>
          <p:spPr>
            <a:xfrm>
              <a:off x="3466125" y="3184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8"/>
            <p:cNvSpPr/>
            <p:nvPr/>
          </p:nvSpPr>
          <p:spPr>
            <a:xfrm>
              <a:off x="332467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8"/>
            <p:cNvSpPr/>
            <p:nvPr/>
          </p:nvSpPr>
          <p:spPr>
            <a:xfrm>
              <a:off x="3359950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8"/>
            <p:cNvSpPr/>
            <p:nvPr/>
          </p:nvSpPr>
          <p:spPr>
            <a:xfrm>
              <a:off x="3395200" y="3219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8"/>
            <p:cNvSpPr/>
            <p:nvPr/>
          </p:nvSpPr>
          <p:spPr>
            <a:xfrm>
              <a:off x="3430875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8"/>
            <p:cNvSpPr/>
            <p:nvPr/>
          </p:nvSpPr>
          <p:spPr>
            <a:xfrm>
              <a:off x="346612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8"/>
            <p:cNvSpPr/>
            <p:nvPr/>
          </p:nvSpPr>
          <p:spPr>
            <a:xfrm>
              <a:off x="332467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8"/>
            <p:cNvSpPr/>
            <p:nvPr/>
          </p:nvSpPr>
          <p:spPr>
            <a:xfrm>
              <a:off x="3359950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8"/>
            <p:cNvSpPr/>
            <p:nvPr/>
          </p:nvSpPr>
          <p:spPr>
            <a:xfrm>
              <a:off x="3395200" y="3254625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8"/>
            <p:cNvSpPr/>
            <p:nvPr/>
          </p:nvSpPr>
          <p:spPr>
            <a:xfrm>
              <a:off x="3430875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8"/>
            <p:cNvSpPr/>
            <p:nvPr/>
          </p:nvSpPr>
          <p:spPr>
            <a:xfrm>
              <a:off x="346612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8"/>
            <p:cNvSpPr/>
            <p:nvPr/>
          </p:nvSpPr>
          <p:spPr>
            <a:xfrm>
              <a:off x="332467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8"/>
            <p:cNvSpPr/>
            <p:nvPr/>
          </p:nvSpPr>
          <p:spPr>
            <a:xfrm>
              <a:off x="3359950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8"/>
            <p:cNvSpPr/>
            <p:nvPr/>
          </p:nvSpPr>
          <p:spPr>
            <a:xfrm>
              <a:off x="3395200" y="32899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8"/>
            <p:cNvSpPr/>
            <p:nvPr/>
          </p:nvSpPr>
          <p:spPr>
            <a:xfrm>
              <a:off x="3430875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8"/>
            <p:cNvSpPr/>
            <p:nvPr/>
          </p:nvSpPr>
          <p:spPr>
            <a:xfrm>
              <a:off x="346612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8"/>
            <p:cNvSpPr/>
            <p:nvPr/>
          </p:nvSpPr>
          <p:spPr>
            <a:xfrm>
              <a:off x="332467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8"/>
            <p:cNvSpPr/>
            <p:nvPr/>
          </p:nvSpPr>
          <p:spPr>
            <a:xfrm>
              <a:off x="3359950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8"/>
            <p:cNvSpPr/>
            <p:nvPr/>
          </p:nvSpPr>
          <p:spPr>
            <a:xfrm>
              <a:off x="3395200" y="33251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8"/>
            <p:cNvSpPr/>
            <p:nvPr/>
          </p:nvSpPr>
          <p:spPr>
            <a:xfrm>
              <a:off x="3430875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8"/>
            <p:cNvSpPr/>
            <p:nvPr/>
          </p:nvSpPr>
          <p:spPr>
            <a:xfrm>
              <a:off x="346612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8"/>
            <p:cNvSpPr/>
            <p:nvPr/>
          </p:nvSpPr>
          <p:spPr>
            <a:xfrm>
              <a:off x="332467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8"/>
            <p:cNvSpPr/>
            <p:nvPr/>
          </p:nvSpPr>
          <p:spPr>
            <a:xfrm>
              <a:off x="3359950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8"/>
            <p:cNvSpPr/>
            <p:nvPr/>
          </p:nvSpPr>
          <p:spPr>
            <a:xfrm>
              <a:off x="3395200" y="3360425"/>
              <a:ext cx="35700" cy="35700"/>
            </a:xfrm>
            <a:custGeom>
              <a:avLst/>
              <a:gdLst/>
              <a:ahLst/>
              <a:cxnLst/>
              <a:rect l="l" t="t" r="r" b="b"/>
              <a:pathLst>
                <a:path w="1428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8"/>
            <p:cNvSpPr/>
            <p:nvPr/>
          </p:nvSpPr>
          <p:spPr>
            <a:xfrm>
              <a:off x="3430875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8"/>
            <p:cNvSpPr/>
            <p:nvPr/>
          </p:nvSpPr>
          <p:spPr>
            <a:xfrm>
              <a:off x="346612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8"/>
            <p:cNvSpPr/>
            <p:nvPr/>
          </p:nvSpPr>
          <p:spPr>
            <a:xfrm>
              <a:off x="332467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8"/>
            <p:cNvSpPr/>
            <p:nvPr/>
          </p:nvSpPr>
          <p:spPr>
            <a:xfrm>
              <a:off x="3359950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8"/>
            <p:cNvSpPr/>
            <p:nvPr/>
          </p:nvSpPr>
          <p:spPr>
            <a:xfrm>
              <a:off x="3395200" y="3396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8"/>
            <p:cNvSpPr/>
            <p:nvPr/>
          </p:nvSpPr>
          <p:spPr>
            <a:xfrm>
              <a:off x="3430875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8"/>
            <p:cNvSpPr/>
            <p:nvPr/>
          </p:nvSpPr>
          <p:spPr>
            <a:xfrm>
              <a:off x="346612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8"/>
            <p:cNvSpPr/>
            <p:nvPr/>
          </p:nvSpPr>
          <p:spPr>
            <a:xfrm>
              <a:off x="3359950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8"/>
            <p:cNvSpPr/>
            <p:nvPr/>
          </p:nvSpPr>
          <p:spPr>
            <a:xfrm>
              <a:off x="3395200" y="3431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8"/>
            <p:cNvSpPr/>
            <p:nvPr/>
          </p:nvSpPr>
          <p:spPr>
            <a:xfrm>
              <a:off x="3430875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8"/>
            <p:cNvSpPr/>
            <p:nvPr/>
          </p:nvSpPr>
          <p:spPr>
            <a:xfrm>
              <a:off x="3466125" y="3431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8"/>
            <p:cNvSpPr/>
            <p:nvPr/>
          </p:nvSpPr>
          <p:spPr>
            <a:xfrm>
              <a:off x="3501400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8"/>
            <p:cNvSpPr/>
            <p:nvPr/>
          </p:nvSpPr>
          <p:spPr>
            <a:xfrm>
              <a:off x="3501400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8"/>
            <p:cNvSpPr/>
            <p:nvPr/>
          </p:nvSpPr>
          <p:spPr>
            <a:xfrm>
              <a:off x="3501400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8"/>
            <p:cNvSpPr/>
            <p:nvPr/>
          </p:nvSpPr>
          <p:spPr>
            <a:xfrm>
              <a:off x="3501400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8"/>
            <p:cNvSpPr/>
            <p:nvPr/>
          </p:nvSpPr>
          <p:spPr>
            <a:xfrm>
              <a:off x="3501400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8"/>
            <p:cNvSpPr/>
            <p:nvPr/>
          </p:nvSpPr>
          <p:spPr>
            <a:xfrm>
              <a:off x="3501400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6" name="Google Shape;3716;p8"/>
          <p:cNvGrpSpPr/>
          <p:nvPr/>
        </p:nvGrpSpPr>
        <p:grpSpPr>
          <a:xfrm rot="-2700000">
            <a:off x="1368903" y="4181590"/>
            <a:ext cx="282937" cy="377049"/>
            <a:chOff x="3324675" y="3184100"/>
            <a:chExt cx="212025" cy="282550"/>
          </a:xfrm>
        </p:grpSpPr>
        <p:sp>
          <p:nvSpPr>
            <p:cNvPr id="3717" name="Google Shape;3717;p8"/>
            <p:cNvSpPr/>
            <p:nvPr/>
          </p:nvSpPr>
          <p:spPr>
            <a:xfrm>
              <a:off x="3359950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8"/>
            <p:cNvSpPr/>
            <p:nvPr/>
          </p:nvSpPr>
          <p:spPr>
            <a:xfrm>
              <a:off x="3395200" y="3184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8"/>
            <p:cNvSpPr/>
            <p:nvPr/>
          </p:nvSpPr>
          <p:spPr>
            <a:xfrm>
              <a:off x="3430875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8"/>
            <p:cNvSpPr/>
            <p:nvPr/>
          </p:nvSpPr>
          <p:spPr>
            <a:xfrm>
              <a:off x="3466125" y="3184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8"/>
            <p:cNvSpPr/>
            <p:nvPr/>
          </p:nvSpPr>
          <p:spPr>
            <a:xfrm>
              <a:off x="332467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8"/>
            <p:cNvSpPr/>
            <p:nvPr/>
          </p:nvSpPr>
          <p:spPr>
            <a:xfrm>
              <a:off x="3359950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8"/>
            <p:cNvSpPr/>
            <p:nvPr/>
          </p:nvSpPr>
          <p:spPr>
            <a:xfrm>
              <a:off x="3395200" y="3219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8"/>
            <p:cNvSpPr/>
            <p:nvPr/>
          </p:nvSpPr>
          <p:spPr>
            <a:xfrm>
              <a:off x="3430875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8"/>
            <p:cNvSpPr/>
            <p:nvPr/>
          </p:nvSpPr>
          <p:spPr>
            <a:xfrm>
              <a:off x="346612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8"/>
            <p:cNvSpPr/>
            <p:nvPr/>
          </p:nvSpPr>
          <p:spPr>
            <a:xfrm>
              <a:off x="332467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8"/>
            <p:cNvSpPr/>
            <p:nvPr/>
          </p:nvSpPr>
          <p:spPr>
            <a:xfrm>
              <a:off x="3359950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8"/>
            <p:cNvSpPr/>
            <p:nvPr/>
          </p:nvSpPr>
          <p:spPr>
            <a:xfrm>
              <a:off x="3395200" y="3254625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8"/>
            <p:cNvSpPr/>
            <p:nvPr/>
          </p:nvSpPr>
          <p:spPr>
            <a:xfrm>
              <a:off x="3430875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8"/>
            <p:cNvSpPr/>
            <p:nvPr/>
          </p:nvSpPr>
          <p:spPr>
            <a:xfrm>
              <a:off x="346612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8"/>
            <p:cNvSpPr/>
            <p:nvPr/>
          </p:nvSpPr>
          <p:spPr>
            <a:xfrm>
              <a:off x="332467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8"/>
            <p:cNvSpPr/>
            <p:nvPr/>
          </p:nvSpPr>
          <p:spPr>
            <a:xfrm>
              <a:off x="3359950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8"/>
            <p:cNvSpPr/>
            <p:nvPr/>
          </p:nvSpPr>
          <p:spPr>
            <a:xfrm>
              <a:off x="3395200" y="32899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8"/>
            <p:cNvSpPr/>
            <p:nvPr/>
          </p:nvSpPr>
          <p:spPr>
            <a:xfrm>
              <a:off x="3430875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8"/>
            <p:cNvSpPr/>
            <p:nvPr/>
          </p:nvSpPr>
          <p:spPr>
            <a:xfrm>
              <a:off x="346612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8"/>
            <p:cNvSpPr/>
            <p:nvPr/>
          </p:nvSpPr>
          <p:spPr>
            <a:xfrm>
              <a:off x="332467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8"/>
            <p:cNvSpPr/>
            <p:nvPr/>
          </p:nvSpPr>
          <p:spPr>
            <a:xfrm>
              <a:off x="3359950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8"/>
            <p:cNvSpPr/>
            <p:nvPr/>
          </p:nvSpPr>
          <p:spPr>
            <a:xfrm>
              <a:off x="3395200" y="33251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8"/>
            <p:cNvSpPr/>
            <p:nvPr/>
          </p:nvSpPr>
          <p:spPr>
            <a:xfrm>
              <a:off x="3430875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8"/>
            <p:cNvSpPr/>
            <p:nvPr/>
          </p:nvSpPr>
          <p:spPr>
            <a:xfrm>
              <a:off x="346612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8"/>
            <p:cNvSpPr/>
            <p:nvPr/>
          </p:nvSpPr>
          <p:spPr>
            <a:xfrm>
              <a:off x="332467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8"/>
            <p:cNvSpPr/>
            <p:nvPr/>
          </p:nvSpPr>
          <p:spPr>
            <a:xfrm>
              <a:off x="3359950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8"/>
            <p:cNvSpPr/>
            <p:nvPr/>
          </p:nvSpPr>
          <p:spPr>
            <a:xfrm>
              <a:off x="3395200" y="3360425"/>
              <a:ext cx="35700" cy="35700"/>
            </a:xfrm>
            <a:custGeom>
              <a:avLst/>
              <a:gdLst/>
              <a:ahLst/>
              <a:cxnLst/>
              <a:rect l="l" t="t" r="r" b="b"/>
              <a:pathLst>
                <a:path w="1428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8"/>
            <p:cNvSpPr/>
            <p:nvPr/>
          </p:nvSpPr>
          <p:spPr>
            <a:xfrm>
              <a:off x="3430875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8"/>
            <p:cNvSpPr/>
            <p:nvPr/>
          </p:nvSpPr>
          <p:spPr>
            <a:xfrm>
              <a:off x="346612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8"/>
            <p:cNvSpPr/>
            <p:nvPr/>
          </p:nvSpPr>
          <p:spPr>
            <a:xfrm>
              <a:off x="332467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8"/>
            <p:cNvSpPr/>
            <p:nvPr/>
          </p:nvSpPr>
          <p:spPr>
            <a:xfrm>
              <a:off x="3359950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8"/>
            <p:cNvSpPr/>
            <p:nvPr/>
          </p:nvSpPr>
          <p:spPr>
            <a:xfrm>
              <a:off x="3395200" y="3396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8"/>
            <p:cNvSpPr/>
            <p:nvPr/>
          </p:nvSpPr>
          <p:spPr>
            <a:xfrm>
              <a:off x="3430875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8"/>
            <p:cNvSpPr/>
            <p:nvPr/>
          </p:nvSpPr>
          <p:spPr>
            <a:xfrm>
              <a:off x="346612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8"/>
            <p:cNvSpPr/>
            <p:nvPr/>
          </p:nvSpPr>
          <p:spPr>
            <a:xfrm>
              <a:off x="3359950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8"/>
            <p:cNvSpPr/>
            <p:nvPr/>
          </p:nvSpPr>
          <p:spPr>
            <a:xfrm>
              <a:off x="3395200" y="3431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8"/>
            <p:cNvSpPr/>
            <p:nvPr/>
          </p:nvSpPr>
          <p:spPr>
            <a:xfrm>
              <a:off x="3430875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8"/>
            <p:cNvSpPr/>
            <p:nvPr/>
          </p:nvSpPr>
          <p:spPr>
            <a:xfrm>
              <a:off x="3466125" y="3431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8"/>
            <p:cNvSpPr/>
            <p:nvPr/>
          </p:nvSpPr>
          <p:spPr>
            <a:xfrm>
              <a:off x="3501400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8"/>
            <p:cNvSpPr/>
            <p:nvPr/>
          </p:nvSpPr>
          <p:spPr>
            <a:xfrm>
              <a:off x="3501400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8"/>
            <p:cNvSpPr/>
            <p:nvPr/>
          </p:nvSpPr>
          <p:spPr>
            <a:xfrm>
              <a:off x="3501400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8"/>
            <p:cNvSpPr/>
            <p:nvPr/>
          </p:nvSpPr>
          <p:spPr>
            <a:xfrm>
              <a:off x="3501400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8"/>
            <p:cNvSpPr/>
            <p:nvPr/>
          </p:nvSpPr>
          <p:spPr>
            <a:xfrm>
              <a:off x="3501400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8"/>
            <p:cNvSpPr/>
            <p:nvPr/>
          </p:nvSpPr>
          <p:spPr>
            <a:xfrm>
              <a:off x="3501400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1" name="Google Shape;3761;p8"/>
          <p:cNvGrpSpPr/>
          <p:nvPr/>
        </p:nvGrpSpPr>
        <p:grpSpPr>
          <a:xfrm rot="2700000" flipH="1">
            <a:off x="7069753" y="4181590"/>
            <a:ext cx="282937" cy="377049"/>
            <a:chOff x="3324675" y="3184100"/>
            <a:chExt cx="212025" cy="282550"/>
          </a:xfrm>
        </p:grpSpPr>
        <p:sp>
          <p:nvSpPr>
            <p:cNvPr id="3762" name="Google Shape;3762;p8"/>
            <p:cNvSpPr/>
            <p:nvPr/>
          </p:nvSpPr>
          <p:spPr>
            <a:xfrm>
              <a:off x="3359950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8"/>
            <p:cNvSpPr/>
            <p:nvPr/>
          </p:nvSpPr>
          <p:spPr>
            <a:xfrm>
              <a:off x="3395200" y="3184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8"/>
            <p:cNvSpPr/>
            <p:nvPr/>
          </p:nvSpPr>
          <p:spPr>
            <a:xfrm>
              <a:off x="3430875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8"/>
            <p:cNvSpPr/>
            <p:nvPr/>
          </p:nvSpPr>
          <p:spPr>
            <a:xfrm>
              <a:off x="3466125" y="3184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8"/>
            <p:cNvSpPr/>
            <p:nvPr/>
          </p:nvSpPr>
          <p:spPr>
            <a:xfrm>
              <a:off x="332467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8"/>
            <p:cNvSpPr/>
            <p:nvPr/>
          </p:nvSpPr>
          <p:spPr>
            <a:xfrm>
              <a:off x="3359950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8"/>
            <p:cNvSpPr/>
            <p:nvPr/>
          </p:nvSpPr>
          <p:spPr>
            <a:xfrm>
              <a:off x="3395200" y="3219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8"/>
            <p:cNvSpPr/>
            <p:nvPr/>
          </p:nvSpPr>
          <p:spPr>
            <a:xfrm>
              <a:off x="3430875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8"/>
            <p:cNvSpPr/>
            <p:nvPr/>
          </p:nvSpPr>
          <p:spPr>
            <a:xfrm>
              <a:off x="346612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8"/>
            <p:cNvSpPr/>
            <p:nvPr/>
          </p:nvSpPr>
          <p:spPr>
            <a:xfrm>
              <a:off x="332467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8"/>
            <p:cNvSpPr/>
            <p:nvPr/>
          </p:nvSpPr>
          <p:spPr>
            <a:xfrm>
              <a:off x="3359950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8"/>
            <p:cNvSpPr/>
            <p:nvPr/>
          </p:nvSpPr>
          <p:spPr>
            <a:xfrm>
              <a:off x="3395200" y="3254625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8"/>
            <p:cNvSpPr/>
            <p:nvPr/>
          </p:nvSpPr>
          <p:spPr>
            <a:xfrm>
              <a:off x="3430875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8"/>
            <p:cNvSpPr/>
            <p:nvPr/>
          </p:nvSpPr>
          <p:spPr>
            <a:xfrm>
              <a:off x="346612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8"/>
            <p:cNvSpPr/>
            <p:nvPr/>
          </p:nvSpPr>
          <p:spPr>
            <a:xfrm>
              <a:off x="332467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8"/>
            <p:cNvSpPr/>
            <p:nvPr/>
          </p:nvSpPr>
          <p:spPr>
            <a:xfrm>
              <a:off x="3359950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8"/>
            <p:cNvSpPr/>
            <p:nvPr/>
          </p:nvSpPr>
          <p:spPr>
            <a:xfrm>
              <a:off x="3395200" y="32899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8"/>
            <p:cNvSpPr/>
            <p:nvPr/>
          </p:nvSpPr>
          <p:spPr>
            <a:xfrm>
              <a:off x="3430875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8"/>
            <p:cNvSpPr/>
            <p:nvPr/>
          </p:nvSpPr>
          <p:spPr>
            <a:xfrm>
              <a:off x="346612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8"/>
            <p:cNvSpPr/>
            <p:nvPr/>
          </p:nvSpPr>
          <p:spPr>
            <a:xfrm>
              <a:off x="332467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8"/>
            <p:cNvSpPr/>
            <p:nvPr/>
          </p:nvSpPr>
          <p:spPr>
            <a:xfrm>
              <a:off x="3359950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8"/>
            <p:cNvSpPr/>
            <p:nvPr/>
          </p:nvSpPr>
          <p:spPr>
            <a:xfrm>
              <a:off x="3395200" y="33251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8"/>
            <p:cNvSpPr/>
            <p:nvPr/>
          </p:nvSpPr>
          <p:spPr>
            <a:xfrm>
              <a:off x="3430875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8"/>
            <p:cNvSpPr/>
            <p:nvPr/>
          </p:nvSpPr>
          <p:spPr>
            <a:xfrm>
              <a:off x="346612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8"/>
            <p:cNvSpPr/>
            <p:nvPr/>
          </p:nvSpPr>
          <p:spPr>
            <a:xfrm>
              <a:off x="332467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8"/>
            <p:cNvSpPr/>
            <p:nvPr/>
          </p:nvSpPr>
          <p:spPr>
            <a:xfrm>
              <a:off x="3359950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8"/>
            <p:cNvSpPr/>
            <p:nvPr/>
          </p:nvSpPr>
          <p:spPr>
            <a:xfrm>
              <a:off x="3395200" y="3360425"/>
              <a:ext cx="35700" cy="35700"/>
            </a:xfrm>
            <a:custGeom>
              <a:avLst/>
              <a:gdLst/>
              <a:ahLst/>
              <a:cxnLst/>
              <a:rect l="l" t="t" r="r" b="b"/>
              <a:pathLst>
                <a:path w="1428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8"/>
            <p:cNvSpPr/>
            <p:nvPr/>
          </p:nvSpPr>
          <p:spPr>
            <a:xfrm>
              <a:off x="3430875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8"/>
            <p:cNvSpPr/>
            <p:nvPr/>
          </p:nvSpPr>
          <p:spPr>
            <a:xfrm>
              <a:off x="346612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8"/>
            <p:cNvSpPr/>
            <p:nvPr/>
          </p:nvSpPr>
          <p:spPr>
            <a:xfrm>
              <a:off x="332467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8"/>
            <p:cNvSpPr/>
            <p:nvPr/>
          </p:nvSpPr>
          <p:spPr>
            <a:xfrm>
              <a:off x="3359950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8"/>
            <p:cNvSpPr/>
            <p:nvPr/>
          </p:nvSpPr>
          <p:spPr>
            <a:xfrm>
              <a:off x="3395200" y="3396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8"/>
            <p:cNvSpPr/>
            <p:nvPr/>
          </p:nvSpPr>
          <p:spPr>
            <a:xfrm>
              <a:off x="3430875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8"/>
            <p:cNvSpPr/>
            <p:nvPr/>
          </p:nvSpPr>
          <p:spPr>
            <a:xfrm>
              <a:off x="346612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8"/>
            <p:cNvSpPr/>
            <p:nvPr/>
          </p:nvSpPr>
          <p:spPr>
            <a:xfrm>
              <a:off x="3359950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8"/>
            <p:cNvSpPr/>
            <p:nvPr/>
          </p:nvSpPr>
          <p:spPr>
            <a:xfrm>
              <a:off x="3395200" y="3431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8"/>
            <p:cNvSpPr/>
            <p:nvPr/>
          </p:nvSpPr>
          <p:spPr>
            <a:xfrm>
              <a:off x="3430875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8"/>
            <p:cNvSpPr/>
            <p:nvPr/>
          </p:nvSpPr>
          <p:spPr>
            <a:xfrm>
              <a:off x="3466125" y="3431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8"/>
            <p:cNvSpPr/>
            <p:nvPr/>
          </p:nvSpPr>
          <p:spPr>
            <a:xfrm>
              <a:off x="3501400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8"/>
            <p:cNvSpPr/>
            <p:nvPr/>
          </p:nvSpPr>
          <p:spPr>
            <a:xfrm>
              <a:off x="3501400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8"/>
            <p:cNvSpPr/>
            <p:nvPr/>
          </p:nvSpPr>
          <p:spPr>
            <a:xfrm>
              <a:off x="3501400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8"/>
            <p:cNvSpPr/>
            <p:nvPr/>
          </p:nvSpPr>
          <p:spPr>
            <a:xfrm>
              <a:off x="3501400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8"/>
            <p:cNvSpPr/>
            <p:nvPr/>
          </p:nvSpPr>
          <p:spPr>
            <a:xfrm>
              <a:off x="3501400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8"/>
            <p:cNvSpPr/>
            <p:nvPr/>
          </p:nvSpPr>
          <p:spPr>
            <a:xfrm>
              <a:off x="3501400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6" name="Google Shape;3806;p8"/>
          <p:cNvGrpSpPr/>
          <p:nvPr/>
        </p:nvGrpSpPr>
        <p:grpSpPr>
          <a:xfrm>
            <a:off x="195182" y="1428981"/>
            <a:ext cx="1049633" cy="523940"/>
            <a:chOff x="138482" y="584556"/>
            <a:chExt cx="1049633" cy="523940"/>
          </a:xfrm>
        </p:grpSpPr>
        <p:sp>
          <p:nvSpPr>
            <p:cNvPr id="3807" name="Google Shape;3807;p8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8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8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8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8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8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8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8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8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8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8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8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8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8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8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2" name="Google Shape;3822;p8"/>
          <p:cNvGrpSpPr/>
          <p:nvPr/>
        </p:nvGrpSpPr>
        <p:grpSpPr>
          <a:xfrm flipH="1">
            <a:off x="7899182" y="278031"/>
            <a:ext cx="1049633" cy="523940"/>
            <a:chOff x="138482" y="584556"/>
            <a:chExt cx="1049633" cy="523940"/>
          </a:xfrm>
        </p:grpSpPr>
        <p:sp>
          <p:nvSpPr>
            <p:cNvPr id="3823" name="Google Shape;3823;p8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8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8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8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8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8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8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8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8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8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8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8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8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8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8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8" name="Google Shape;3838;p8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3839" name="Google Shape;3839;p8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3840" name="Google Shape;3840;p8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8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8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3" name="Google Shape;3843;p8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4" name="Google Shape;3844;p8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8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8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8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8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8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8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8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8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8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8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8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8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8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8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8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8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8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8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8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8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8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8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67" name="Google Shape;3867;p8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3868" name="Google Shape;3868;p8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8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8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1" name="Google Shape;3871;p8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2" name="Google Shape;3872;p8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3" name="Google Shape;3873;p8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4" name="Google Shape;3874;p8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5" name="Google Shape;3875;p8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6" name="Google Shape;3876;p8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7" name="Google Shape;3877;p8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8" name="Google Shape;3878;p8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9" name="Google Shape;3879;p8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0" name="Google Shape;3880;p8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1" name="Google Shape;3881;p8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2" name="Google Shape;3882;p8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3" name="Google Shape;3883;p8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8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8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8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8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8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8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8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8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2" name="Google Shape;3892;p8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3" name="Google Shape;3893;p8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4" name="Google Shape;3894;p8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95" name="Google Shape;3895;p8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3896" name="Google Shape;3896;p8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7" name="Google Shape;3897;p8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8" name="Google Shape;3898;p8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9" name="Google Shape;3899;p8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0" name="Google Shape;3900;p8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8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8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3" name="Google Shape;3903;p8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4" name="Google Shape;3904;p8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8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8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7" name="Google Shape;3907;p8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8" name="Google Shape;3908;p8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9" name="Google Shape;3909;p8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0" name="Google Shape;3910;p8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1" name="Google Shape;3911;p8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2" name="Google Shape;3912;p8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3" name="Google Shape;3913;p8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8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5" name="Google Shape;3915;p8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6" name="Google Shape;3916;p8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7" name="Google Shape;3917;p8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8" name="Google Shape;3918;p8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9" name="Google Shape;3919;p8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8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8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8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23" name="Google Shape;3923;p8"/>
          <p:cNvSpPr txBox="1">
            <a:spLocks noGrp="1"/>
          </p:cNvSpPr>
          <p:nvPr>
            <p:ph type="title"/>
          </p:nvPr>
        </p:nvSpPr>
        <p:spPr>
          <a:xfrm>
            <a:off x="2348700" y="1565163"/>
            <a:ext cx="4446600" cy="169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5" name="Google Shape;3925;p9"/>
          <p:cNvGrpSpPr/>
          <p:nvPr/>
        </p:nvGrpSpPr>
        <p:grpSpPr>
          <a:xfrm>
            <a:off x="3177082" y="217206"/>
            <a:ext cx="1049633" cy="523940"/>
            <a:chOff x="138482" y="584556"/>
            <a:chExt cx="1049633" cy="523940"/>
          </a:xfrm>
        </p:grpSpPr>
        <p:sp>
          <p:nvSpPr>
            <p:cNvPr id="3926" name="Google Shape;3926;p9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9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9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9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9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9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9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9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9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9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9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9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9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9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9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1" name="Google Shape;3941;p9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3942" name="Google Shape;3942;p9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3943" name="Google Shape;3943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1" name="Google Shape;3971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86" name="Google Shape;3986;p9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3987" name="Google Shape;3987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9" name="Google Shape;3999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0" name="Google Shape;4000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3" name="Google Shape;4013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4" name="Google Shape;4014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5" name="Google Shape;4015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6" name="Google Shape;4016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7" name="Google Shape;4017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8" name="Google Shape;4018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9" name="Google Shape;4019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0" name="Google Shape;4020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1" name="Google Shape;4021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2" name="Google Shape;4022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3" name="Google Shape;4023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4" name="Google Shape;4024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5" name="Google Shape;4025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6" name="Google Shape;4026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7" name="Google Shape;4027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8" name="Google Shape;4028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9" name="Google Shape;4029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30" name="Google Shape;4030;p9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4031" name="Google Shape;4031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2" name="Google Shape;4032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3" name="Google Shape;4033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4" name="Google Shape;4034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5" name="Google Shape;4035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6" name="Google Shape;4036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7" name="Google Shape;4037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8" name="Google Shape;4038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9" name="Google Shape;4039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0" name="Google Shape;4040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1" name="Google Shape;4041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2" name="Google Shape;4042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3" name="Google Shape;4043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4" name="Google Shape;4044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5" name="Google Shape;4045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6" name="Google Shape;4046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7" name="Google Shape;4047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8" name="Google Shape;4048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9" name="Google Shape;4049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0" name="Google Shape;4050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1" name="Google Shape;4051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2" name="Google Shape;4052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3" name="Google Shape;4053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4" name="Google Shape;4054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5" name="Google Shape;4055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6" name="Google Shape;4056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7" name="Google Shape;4057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0" name="Google Shape;4070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1" name="Google Shape;4071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3" name="Google Shape;4073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74" name="Google Shape;4074;p9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4075" name="Google Shape;4075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6" name="Google Shape;4076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7" name="Google Shape;4077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9" name="Google Shape;4079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0" name="Google Shape;4080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1" name="Google Shape;4081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2" name="Google Shape;4082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3" name="Google Shape;4083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5" name="Google Shape;4085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6" name="Google Shape;4086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7" name="Google Shape;4087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9" name="Google Shape;4089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0" name="Google Shape;4090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2" name="Google Shape;4092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3" name="Google Shape;4093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4" name="Google Shape;4094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5" name="Google Shape;4095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6" name="Google Shape;4096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18" name="Google Shape;4118;p9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4119" name="Google Shape;4119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62" name="Google Shape;4162;p9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4163" name="Google Shape;4163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06" name="Google Shape;4206;p9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4207" name="Google Shape;4207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0" name="Google Shape;4230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1" name="Google Shape;4231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5" name="Google Shape;4245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50" name="Google Shape;4250;p9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4251" name="Google Shape;4251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7" name="Google Shape;4287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8" name="Google Shape;4288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94" name="Google Shape;4294;p9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4295" name="Google Shape;4295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38" name="Google Shape;4338;p9"/>
          <p:cNvGrpSpPr/>
          <p:nvPr/>
        </p:nvGrpSpPr>
        <p:grpSpPr>
          <a:xfrm flipH="1">
            <a:off x="8424007" y="540006"/>
            <a:ext cx="1049633" cy="523940"/>
            <a:chOff x="138482" y="584556"/>
            <a:chExt cx="1049633" cy="523940"/>
          </a:xfrm>
        </p:grpSpPr>
        <p:sp>
          <p:nvSpPr>
            <p:cNvPr id="4339" name="Google Shape;4339;p9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9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9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9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9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9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9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9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9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9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9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9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9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9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9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4" name="Google Shape;4354;p9"/>
          <p:cNvGrpSpPr/>
          <p:nvPr/>
        </p:nvGrpSpPr>
        <p:grpSpPr>
          <a:xfrm>
            <a:off x="4226715" y="3990919"/>
            <a:ext cx="433691" cy="607831"/>
            <a:chOff x="3320750" y="2845525"/>
            <a:chExt cx="176750" cy="247700"/>
          </a:xfrm>
        </p:grpSpPr>
        <p:sp>
          <p:nvSpPr>
            <p:cNvPr id="4355" name="Google Shape;4355;p9"/>
            <p:cNvSpPr/>
            <p:nvPr/>
          </p:nvSpPr>
          <p:spPr>
            <a:xfrm>
              <a:off x="3356025" y="2845525"/>
              <a:ext cx="35675" cy="35700"/>
            </a:xfrm>
            <a:custGeom>
              <a:avLst/>
              <a:gdLst/>
              <a:ahLst/>
              <a:cxnLst/>
              <a:rect l="l" t="t" r="r" b="b"/>
              <a:pathLst>
                <a:path w="1427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9"/>
            <p:cNvSpPr/>
            <p:nvPr/>
          </p:nvSpPr>
          <p:spPr>
            <a:xfrm>
              <a:off x="3391675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9"/>
            <p:cNvSpPr/>
            <p:nvPr/>
          </p:nvSpPr>
          <p:spPr>
            <a:xfrm>
              <a:off x="3426950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9"/>
            <p:cNvSpPr/>
            <p:nvPr/>
          </p:nvSpPr>
          <p:spPr>
            <a:xfrm>
              <a:off x="3356025" y="2881200"/>
              <a:ext cx="35675" cy="35275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9"/>
            <p:cNvSpPr/>
            <p:nvPr/>
          </p:nvSpPr>
          <p:spPr>
            <a:xfrm>
              <a:off x="3391675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9"/>
            <p:cNvSpPr/>
            <p:nvPr/>
          </p:nvSpPr>
          <p:spPr>
            <a:xfrm>
              <a:off x="3426950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9"/>
            <p:cNvSpPr/>
            <p:nvPr/>
          </p:nvSpPr>
          <p:spPr>
            <a:xfrm>
              <a:off x="3356025" y="2916450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9"/>
            <p:cNvSpPr/>
            <p:nvPr/>
          </p:nvSpPr>
          <p:spPr>
            <a:xfrm>
              <a:off x="3391675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9"/>
            <p:cNvSpPr/>
            <p:nvPr/>
          </p:nvSpPr>
          <p:spPr>
            <a:xfrm>
              <a:off x="3426950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9"/>
            <p:cNvSpPr/>
            <p:nvPr/>
          </p:nvSpPr>
          <p:spPr>
            <a:xfrm>
              <a:off x="3338375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9"/>
            <p:cNvSpPr/>
            <p:nvPr/>
          </p:nvSpPr>
          <p:spPr>
            <a:xfrm>
              <a:off x="3391675" y="29517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9"/>
            <p:cNvSpPr/>
            <p:nvPr/>
          </p:nvSpPr>
          <p:spPr>
            <a:xfrm>
              <a:off x="3453200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9"/>
            <p:cNvSpPr/>
            <p:nvPr/>
          </p:nvSpPr>
          <p:spPr>
            <a:xfrm>
              <a:off x="3365025" y="2996000"/>
              <a:ext cx="26675" cy="26300"/>
            </a:xfrm>
            <a:custGeom>
              <a:avLst/>
              <a:gdLst/>
              <a:ahLst/>
              <a:cxnLst/>
              <a:rect l="l" t="t" r="r" b="b"/>
              <a:pathLst>
                <a:path w="1067" h="1052" extrusionOk="0">
                  <a:moveTo>
                    <a:pt x="1" y="1"/>
                  </a:moveTo>
                  <a:lnTo>
                    <a:pt x="1" y="1051"/>
                  </a:lnTo>
                  <a:lnTo>
                    <a:pt x="1067" y="105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9"/>
            <p:cNvSpPr/>
            <p:nvPr/>
          </p:nvSpPr>
          <p:spPr>
            <a:xfrm>
              <a:off x="3391675" y="29870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9"/>
            <p:cNvSpPr/>
            <p:nvPr/>
          </p:nvSpPr>
          <p:spPr>
            <a:xfrm>
              <a:off x="3426950" y="2996000"/>
              <a:ext cx="26275" cy="26300"/>
            </a:xfrm>
            <a:custGeom>
              <a:avLst/>
              <a:gdLst/>
              <a:ahLst/>
              <a:cxnLst/>
              <a:rect l="l" t="t" r="r" b="b"/>
              <a:pathLst>
                <a:path w="1051" h="1052" extrusionOk="0">
                  <a:moveTo>
                    <a:pt x="0" y="1"/>
                  </a:moveTo>
                  <a:lnTo>
                    <a:pt x="0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9"/>
            <p:cNvSpPr/>
            <p:nvPr/>
          </p:nvSpPr>
          <p:spPr>
            <a:xfrm>
              <a:off x="3391675" y="3022275"/>
              <a:ext cx="35300" cy="35675"/>
            </a:xfrm>
            <a:custGeom>
              <a:avLst/>
              <a:gdLst/>
              <a:ahLst/>
              <a:cxnLst/>
              <a:rect l="l" t="t" r="r" b="b"/>
              <a:pathLst>
                <a:path w="1412" h="1427" extrusionOk="0">
                  <a:moveTo>
                    <a:pt x="1" y="0"/>
                  </a:moveTo>
                  <a:lnTo>
                    <a:pt x="1" y="1426"/>
                  </a:lnTo>
                  <a:lnTo>
                    <a:pt x="1411" y="1426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9"/>
            <p:cNvSpPr/>
            <p:nvPr/>
          </p:nvSpPr>
          <p:spPr>
            <a:xfrm>
              <a:off x="33207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9"/>
            <p:cNvSpPr/>
            <p:nvPr/>
          </p:nvSpPr>
          <p:spPr>
            <a:xfrm>
              <a:off x="3356025" y="3057925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9"/>
            <p:cNvSpPr/>
            <p:nvPr/>
          </p:nvSpPr>
          <p:spPr>
            <a:xfrm>
              <a:off x="3391675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9"/>
            <p:cNvSpPr/>
            <p:nvPr/>
          </p:nvSpPr>
          <p:spPr>
            <a:xfrm>
              <a:off x="34269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9"/>
            <p:cNvSpPr/>
            <p:nvPr/>
          </p:nvSpPr>
          <p:spPr>
            <a:xfrm>
              <a:off x="3462225" y="30579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6" name="Google Shape;4376;p9"/>
          <p:cNvGrpSpPr/>
          <p:nvPr/>
        </p:nvGrpSpPr>
        <p:grpSpPr>
          <a:xfrm>
            <a:off x="8110985" y="3870986"/>
            <a:ext cx="1191387" cy="732516"/>
            <a:chOff x="2430450" y="2143325"/>
            <a:chExt cx="337800" cy="207700"/>
          </a:xfrm>
        </p:grpSpPr>
        <p:sp>
          <p:nvSpPr>
            <p:cNvPr id="4377" name="Google Shape;4377;p9"/>
            <p:cNvSpPr/>
            <p:nvPr/>
          </p:nvSpPr>
          <p:spPr>
            <a:xfrm>
              <a:off x="2482575" y="21433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9"/>
            <p:cNvSpPr/>
            <p:nvPr/>
          </p:nvSpPr>
          <p:spPr>
            <a:xfrm>
              <a:off x="2456700" y="216920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9"/>
            <p:cNvSpPr/>
            <p:nvPr/>
          </p:nvSpPr>
          <p:spPr>
            <a:xfrm>
              <a:off x="2482575" y="216920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9"/>
            <p:cNvSpPr/>
            <p:nvPr/>
          </p:nvSpPr>
          <p:spPr>
            <a:xfrm>
              <a:off x="2508425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9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9"/>
            <p:cNvSpPr/>
            <p:nvPr/>
          </p:nvSpPr>
          <p:spPr>
            <a:xfrm>
              <a:off x="2482575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9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9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9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9"/>
            <p:cNvSpPr/>
            <p:nvPr/>
          </p:nvSpPr>
          <p:spPr>
            <a:xfrm>
              <a:off x="2482575" y="2221300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9"/>
            <p:cNvSpPr/>
            <p:nvPr/>
          </p:nvSpPr>
          <p:spPr>
            <a:xfrm>
              <a:off x="2586400" y="2221300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9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9"/>
            <p:cNvSpPr/>
            <p:nvPr/>
          </p:nvSpPr>
          <p:spPr>
            <a:xfrm>
              <a:off x="2456700" y="2247175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9"/>
            <p:cNvSpPr/>
            <p:nvPr/>
          </p:nvSpPr>
          <p:spPr>
            <a:xfrm>
              <a:off x="24825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9"/>
            <p:cNvSpPr/>
            <p:nvPr/>
          </p:nvSpPr>
          <p:spPr>
            <a:xfrm>
              <a:off x="2560550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9"/>
            <p:cNvSpPr/>
            <p:nvPr/>
          </p:nvSpPr>
          <p:spPr>
            <a:xfrm>
              <a:off x="2586400" y="2247175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9"/>
            <p:cNvSpPr/>
            <p:nvPr/>
          </p:nvSpPr>
          <p:spPr>
            <a:xfrm>
              <a:off x="26126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9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9"/>
            <p:cNvSpPr/>
            <p:nvPr/>
          </p:nvSpPr>
          <p:spPr>
            <a:xfrm>
              <a:off x="24825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9"/>
            <p:cNvSpPr/>
            <p:nvPr/>
          </p:nvSpPr>
          <p:spPr>
            <a:xfrm>
              <a:off x="2586400" y="2273025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9"/>
            <p:cNvSpPr/>
            <p:nvPr/>
          </p:nvSpPr>
          <p:spPr>
            <a:xfrm>
              <a:off x="2664400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9"/>
            <p:cNvSpPr/>
            <p:nvPr/>
          </p:nvSpPr>
          <p:spPr>
            <a:xfrm>
              <a:off x="27423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9"/>
            <p:cNvSpPr/>
            <p:nvPr/>
          </p:nvSpPr>
          <p:spPr>
            <a:xfrm>
              <a:off x="2508425" y="229890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9"/>
            <p:cNvSpPr/>
            <p:nvPr/>
          </p:nvSpPr>
          <p:spPr>
            <a:xfrm>
              <a:off x="2586400" y="2298900"/>
              <a:ext cx="26300" cy="26275"/>
            </a:xfrm>
            <a:custGeom>
              <a:avLst/>
              <a:gdLst/>
              <a:ahLst/>
              <a:cxnLst/>
              <a:rect l="l" t="t" r="r" b="b"/>
              <a:pathLst>
                <a:path w="1052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9"/>
            <p:cNvSpPr/>
            <p:nvPr/>
          </p:nvSpPr>
          <p:spPr>
            <a:xfrm>
              <a:off x="2664400" y="229890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0"/>
                  </a:moveTo>
                  <a:lnTo>
                    <a:pt x="0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9"/>
            <p:cNvSpPr/>
            <p:nvPr/>
          </p:nvSpPr>
          <p:spPr>
            <a:xfrm>
              <a:off x="2716500" y="229890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9"/>
            <p:cNvSpPr/>
            <p:nvPr/>
          </p:nvSpPr>
          <p:spPr>
            <a:xfrm>
              <a:off x="24304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9"/>
            <p:cNvSpPr/>
            <p:nvPr/>
          </p:nvSpPr>
          <p:spPr>
            <a:xfrm>
              <a:off x="24567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9"/>
            <p:cNvSpPr/>
            <p:nvPr/>
          </p:nvSpPr>
          <p:spPr>
            <a:xfrm>
              <a:off x="24825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9"/>
            <p:cNvSpPr/>
            <p:nvPr/>
          </p:nvSpPr>
          <p:spPr>
            <a:xfrm>
              <a:off x="2508425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9"/>
            <p:cNvSpPr/>
            <p:nvPr/>
          </p:nvSpPr>
          <p:spPr>
            <a:xfrm>
              <a:off x="253467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9"/>
            <p:cNvSpPr/>
            <p:nvPr/>
          </p:nvSpPr>
          <p:spPr>
            <a:xfrm>
              <a:off x="256055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9"/>
            <p:cNvSpPr/>
            <p:nvPr/>
          </p:nvSpPr>
          <p:spPr>
            <a:xfrm>
              <a:off x="2586400" y="2325150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9"/>
            <p:cNvSpPr/>
            <p:nvPr/>
          </p:nvSpPr>
          <p:spPr>
            <a:xfrm>
              <a:off x="26126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9"/>
            <p:cNvSpPr/>
            <p:nvPr/>
          </p:nvSpPr>
          <p:spPr>
            <a:xfrm>
              <a:off x="263852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9"/>
            <p:cNvSpPr/>
            <p:nvPr/>
          </p:nvSpPr>
          <p:spPr>
            <a:xfrm>
              <a:off x="266440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9"/>
            <p:cNvSpPr/>
            <p:nvPr/>
          </p:nvSpPr>
          <p:spPr>
            <a:xfrm>
              <a:off x="26902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9"/>
            <p:cNvSpPr/>
            <p:nvPr/>
          </p:nvSpPr>
          <p:spPr>
            <a:xfrm>
              <a:off x="27165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9"/>
            <p:cNvSpPr/>
            <p:nvPr/>
          </p:nvSpPr>
          <p:spPr>
            <a:xfrm>
              <a:off x="27423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16" name="Google Shape;4416;p9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4417" name="Google Shape;4417;p9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4418" name="Google Shape;4418;p9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9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9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9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9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9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9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9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9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9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9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9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9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9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9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9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9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9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9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9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9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9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9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9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9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9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9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45" name="Google Shape;4445;p9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4446" name="Google Shape;4446;p9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9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9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9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9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9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9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9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9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9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9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9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9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9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9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9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9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9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9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9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9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9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9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9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9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9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9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9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4474" name="Google Shape;4474;p9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9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9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9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9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9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0" name="Google Shape;4480;p9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1" name="Google Shape;4481;p9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2" name="Google Shape;4482;p9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3" name="Google Shape;4483;p9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4" name="Google Shape;4484;p9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5" name="Google Shape;4485;p9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6" name="Google Shape;4486;p9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7" name="Google Shape;4487;p9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8" name="Google Shape;4488;p9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9" name="Google Shape;4489;p9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0" name="Google Shape;4490;p9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1" name="Google Shape;4491;p9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2" name="Google Shape;4492;p9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3" name="Google Shape;4493;p9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4" name="Google Shape;4494;p9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5" name="Google Shape;4495;p9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6" name="Google Shape;4496;p9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7" name="Google Shape;4497;p9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8" name="Google Shape;4498;p9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9" name="Google Shape;4499;p9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0" name="Google Shape;4500;p9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501" name="Google Shape;4501;p9"/>
          <p:cNvSpPr txBox="1">
            <a:spLocks noGrp="1"/>
          </p:cNvSpPr>
          <p:nvPr>
            <p:ph type="title"/>
          </p:nvPr>
        </p:nvSpPr>
        <p:spPr>
          <a:xfrm>
            <a:off x="4447737" y="1770150"/>
            <a:ext cx="3603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4502" name="Google Shape;4502;p9"/>
          <p:cNvSpPr txBox="1">
            <a:spLocks noGrp="1"/>
          </p:cNvSpPr>
          <p:nvPr>
            <p:ph type="subTitle" idx="1"/>
          </p:nvPr>
        </p:nvSpPr>
        <p:spPr>
          <a:xfrm>
            <a:off x="4447737" y="2611950"/>
            <a:ext cx="3603600" cy="76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5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4" name="Google Shape;6194;p14"/>
          <p:cNvGrpSpPr/>
          <p:nvPr/>
        </p:nvGrpSpPr>
        <p:grpSpPr>
          <a:xfrm>
            <a:off x="-637068" y="2309781"/>
            <a:ext cx="1049633" cy="523940"/>
            <a:chOff x="138482" y="584556"/>
            <a:chExt cx="1049633" cy="523940"/>
          </a:xfrm>
        </p:grpSpPr>
        <p:sp>
          <p:nvSpPr>
            <p:cNvPr id="6195" name="Google Shape;6195;p14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14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14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14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14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14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14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14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14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14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14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14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14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14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14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10" name="Google Shape;6210;p14"/>
          <p:cNvGrpSpPr/>
          <p:nvPr/>
        </p:nvGrpSpPr>
        <p:grpSpPr>
          <a:xfrm>
            <a:off x="8641757" y="540006"/>
            <a:ext cx="1049633" cy="523940"/>
            <a:chOff x="138482" y="584556"/>
            <a:chExt cx="1049633" cy="523940"/>
          </a:xfrm>
        </p:grpSpPr>
        <p:sp>
          <p:nvSpPr>
            <p:cNvPr id="6211" name="Google Shape;6211;p14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14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14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14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14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14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14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14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14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14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14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14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14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14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14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26" name="Google Shape;6226;p14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6227" name="Google Shape;6227;p14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6228" name="Google Shape;6228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9" name="Google Shape;6229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0" name="Google Shape;6230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1" name="Google Shape;6231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2" name="Google Shape;6232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3" name="Google Shape;6233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4" name="Google Shape;6234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5" name="Google Shape;6235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6" name="Google Shape;6236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7" name="Google Shape;6237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8" name="Google Shape;6238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9" name="Google Shape;6239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0" name="Google Shape;6240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1" name="Google Shape;6241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2" name="Google Shape;6242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3" name="Google Shape;6243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4" name="Google Shape;6244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5" name="Google Shape;6245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6" name="Google Shape;6246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7" name="Google Shape;6247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8" name="Google Shape;6248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9" name="Google Shape;6249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0" name="Google Shape;6250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1" name="Google Shape;6251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2" name="Google Shape;6252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3" name="Google Shape;6253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4" name="Google Shape;6254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5" name="Google Shape;6255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6" name="Google Shape;6256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7" name="Google Shape;6257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8" name="Google Shape;6258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9" name="Google Shape;6259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0" name="Google Shape;6260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1" name="Google Shape;6261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2" name="Google Shape;6262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3" name="Google Shape;6263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4" name="Google Shape;6264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5" name="Google Shape;6265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6" name="Google Shape;6266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7" name="Google Shape;6267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8" name="Google Shape;6268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9" name="Google Shape;6269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0" name="Google Shape;6270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1" name="Google Shape;6271;p14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6272" name="Google Shape;6272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3" name="Google Shape;6273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4" name="Google Shape;6274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5" name="Google Shape;6275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6" name="Google Shape;6276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7" name="Google Shape;6277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8" name="Google Shape;6278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9" name="Google Shape;6279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0" name="Google Shape;6280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1" name="Google Shape;6281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2" name="Google Shape;6282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3" name="Google Shape;6283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4" name="Google Shape;6284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5" name="Google Shape;6285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6" name="Google Shape;6286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7" name="Google Shape;6287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8" name="Google Shape;6288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9" name="Google Shape;6289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0" name="Google Shape;6290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1" name="Google Shape;6291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2" name="Google Shape;6292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3" name="Google Shape;6293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4" name="Google Shape;6294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5" name="Google Shape;6295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6" name="Google Shape;6296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7" name="Google Shape;6297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8" name="Google Shape;6298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9" name="Google Shape;6299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0" name="Google Shape;6300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1" name="Google Shape;6301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2" name="Google Shape;6302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3" name="Google Shape;6303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4" name="Google Shape;6304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5" name="Google Shape;6305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6" name="Google Shape;6306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7" name="Google Shape;6307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8" name="Google Shape;6308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9" name="Google Shape;6309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0" name="Google Shape;6310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1" name="Google Shape;6311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2" name="Google Shape;6312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3" name="Google Shape;6313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4" name="Google Shape;6314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15" name="Google Shape;6315;p14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6316" name="Google Shape;6316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7" name="Google Shape;6317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8" name="Google Shape;6318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9" name="Google Shape;6319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0" name="Google Shape;6320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1" name="Google Shape;6321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2" name="Google Shape;6322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3" name="Google Shape;6323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4" name="Google Shape;6324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5" name="Google Shape;6325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6" name="Google Shape;6326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7" name="Google Shape;6327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8" name="Google Shape;6328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9" name="Google Shape;6329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0" name="Google Shape;6330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1" name="Google Shape;6331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2" name="Google Shape;6332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3" name="Google Shape;6333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4" name="Google Shape;6334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5" name="Google Shape;6335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6" name="Google Shape;6336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7" name="Google Shape;6337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8" name="Google Shape;6338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9" name="Google Shape;6339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0" name="Google Shape;6340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1" name="Google Shape;6341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2" name="Google Shape;6342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3" name="Google Shape;6343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4" name="Google Shape;6344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5" name="Google Shape;6345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6" name="Google Shape;6346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7" name="Google Shape;6347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8" name="Google Shape;6348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9" name="Google Shape;6349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0" name="Google Shape;6350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1" name="Google Shape;6351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2" name="Google Shape;6352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3" name="Google Shape;6353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4" name="Google Shape;6354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5" name="Google Shape;6355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6" name="Google Shape;6356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7" name="Google Shape;6357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8" name="Google Shape;6358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59" name="Google Shape;6359;p14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6360" name="Google Shape;6360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1" name="Google Shape;6361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2" name="Google Shape;6362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3" name="Google Shape;6363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4" name="Google Shape;6364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5" name="Google Shape;6365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6" name="Google Shape;6366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7" name="Google Shape;6367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8" name="Google Shape;6368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9" name="Google Shape;6369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0" name="Google Shape;6370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1" name="Google Shape;6371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2" name="Google Shape;6372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3" name="Google Shape;6373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4" name="Google Shape;6374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5" name="Google Shape;6375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6" name="Google Shape;6376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7" name="Google Shape;6377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8" name="Google Shape;6378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9" name="Google Shape;6379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0" name="Google Shape;6380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1" name="Google Shape;6381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2" name="Google Shape;6382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3" name="Google Shape;6383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4" name="Google Shape;6384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5" name="Google Shape;6385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6" name="Google Shape;6386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7" name="Google Shape;6387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8" name="Google Shape;6388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9" name="Google Shape;6389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0" name="Google Shape;6390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1" name="Google Shape;6391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2" name="Google Shape;6392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3" name="Google Shape;6393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4" name="Google Shape;6394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5" name="Google Shape;6395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6" name="Google Shape;6396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7" name="Google Shape;6397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8" name="Google Shape;6398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9" name="Google Shape;6399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0" name="Google Shape;6400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1" name="Google Shape;6401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2" name="Google Shape;6402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03" name="Google Shape;6403;p14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6404" name="Google Shape;6404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5" name="Google Shape;6405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6" name="Google Shape;6406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7" name="Google Shape;6407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8" name="Google Shape;6408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9" name="Google Shape;6409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0" name="Google Shape;6410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1" name="Google Shape;6411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2" name="Google Shape;6412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3" name="Google Shape;6413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4" name="Google Shape;6414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5" name="Google Shape;6415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6" name="Google Shape;6416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7" name="Google Shape;6417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8" name="Google Shape;6418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9" name="Google Shape;6419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0" name="Google Shape;6420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1" name="Google Shape;6421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2" name="Google Shape;6422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3" name="Google Shape;6423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4" name="Google Shape;6424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5" name="Google Shape;6425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6" name="Google Shape;6426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7" name="Google Shape;6427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8" name="Google Shape;6428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9" name="Google Shape;6429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0" name="Google Shape;6430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1" name="Google Shape;6431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2" name="Google Shape;6432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3" name="Google Shape;6433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4" name="Google Shape;6434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5" name="Google Shape;6435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6" name="Google Shape;6436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7" name="Google Shape;6437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8" name="Google Shape;6438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9" name="Google Shape;6439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0" name="Google Shape;6440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1" name="Google Shape;6441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2" name="Google Shape;6442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3" name="Google Shape;6443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4" name="Google Shape;6444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5" name="Google Shape;6445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6" name="Google Shape;6446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7" name="Google Shape;6447;p14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6448" name="Google Shape;6448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9" name="Google Shape;6449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0" name="Google Shape;6450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1" name="Google Shape;6451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2" name="Google Shape;6452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3" name="Google Shape;6453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4" name="Google Shape;6454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5" name="Google Shape;6455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6" name="Google Shape;6456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7" name="Google Shape;6457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8" name="Google Shape;6458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9" name="Google Shape;6459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0" name="Google Shape;6460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1" name="Google Shape;6461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2" name="Google Shape;6462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3" name="Google Shape;6463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4" name="Google Shape;6464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5" name="Google Shape;6465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6" name="Google Shape;6466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7" name="Google Shape;6467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8" name="Google Shape;6468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9" name="Google Shape;6469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0" name="Google Shape;6470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1" name="Google Shape;6471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2" name="Google Shape;6472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3" name="Google Shape;6473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4" name="Google Shape;6474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5" name="Google Shape;6475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6" name="Google Shape;6476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7" name="Google Shape;6477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8" name="Google Shape;6478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9" name="Google Shape;6479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0" name="Google Shape;6480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1" name="Google Shape;6481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2" name="Google Shape;6482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3" name="Google Shape;6483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4" name="Google Shape;6484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5" name="Google Shape;6485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6" name="Google Shape;6486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7" name="Google Shape;6487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8" name="Google Shape;6488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9" name="Google Shape;6489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0" name="Google Shape;6490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91" name="Google Shape;6491;p14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6492" name="Google Shape;6492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3" name="Google Shape;6493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4" name="Google Shape;6494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5" name="Google Shape;6495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6" name="Google Shape;6496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7" name="Google Shape;6497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8" name="Google Shape;6498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9" name="Google Shape;6499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0" name="Google Shape;6500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1" name="Google Shape;6501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2" name="Google Shape;6502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3" name="Google Shape;6503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4" name="Google Shape;6504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5" name="Google Shape;6505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6" name="Google Shape;6506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7" name="Google Shape;6507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8" name="Google Shape;6508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9" name="Google Shape;6509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0" name="Google Shape;6510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1" name="Google Shape;6511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2" name="Google Shape;6512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3" name="Google Shape;6513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4" name="Google Shape;6514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5" name="Google Shape;6515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6" name="Google Shape;6516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7" name="Google Shape;6517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8" name="Google Shape;6518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9" name="Google Shape;6519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0" name="Google Shape;6520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1" name="Google Shape;6521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2" name="Google Shape;6522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3" name="Google Shape;6523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4" name="Google Shape;6524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5" name="Google Shape;6525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6" name="Google Shape;6526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7" name="Google Shape;6527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8" name="Google Shape;6528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9" name="Google Shape;6529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0" name="Google Shape;6530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1" name="Google Shape;6531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2" name="Google Shape;6532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3" name="Google Shape;6533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4" name="Google Shape;6534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5" name="Google Shape;6535;p14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6536" name="Google Shape;6536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7" name="Google Shape;6537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8" name="Google Shape;6538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9" name="Google Shape;6539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0" name="Google Shape;6540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1" name="Google Shape;6541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2" name="Google Shape;6542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3" name="Google Shape;6543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4" name="Google Shape;6544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5" name="Google Shape;6545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6" name="Google Shape;6546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7" name="Google Shape;6547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8" name="Google Shape;6548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9" name="Google Shape;6549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0" name="Google Shape;6550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1" name="Google Shape;6551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2" name="Google Shape;6552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3" name="Google Shape;6553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4" name="Google Shape;6554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5" name="Google Shape;6555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6" name="Google Shape;6556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7" name="Google Shape;6557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8" name="Google Shape;6558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9" name="Google Shape;6559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0" name="Google Shape;6560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1" name="Google Shape;6561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2" name="Google Shape;6562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3" name="Google Shape;6563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4" name="Google Shape;6564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5" name="Google Shape;6565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6" name="Google Shape;6566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7" name="Google Shape;6567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8" name="Google Shape;6568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9" name="Google Shape;6569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0" name="Google Shape;6570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1" name="Google Shape;6571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2" name="Google Shape;6572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3" name="Google Shape;6573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4" name="Google Shape;6574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5" name="Google Shape;6575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6" name="Google Shape;6576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7" name="Google Shape;6577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8" name="Google Shape;6578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79" name="Google Shape;6579;p14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6580" name="Google Shape;6580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1" name="Google Shape;6581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2" name="Google Shape;6582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3" name="Google Shape;6583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4" name="Google Shape;6584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5" name="Google Shape;6585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6" name="Google Shape;6586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7" name="Google Shape;6587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8" name="Google Shape;6588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9" name="Google Shape;6589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0" name="Google Shape;6590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1" name="Google Shape;6591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2" name="Google Shape;6592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3" name="Google Shape;6593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4" name="Google Shape;6594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5" name="Google Shape;6595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6" name="Google Shape;6596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7" name="Google Shape;6597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8" name="Google Shape;6598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9" name="Google Shape;6599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0" name="Google Shape;6600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1" name="Google Shape;6601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2" name="Google Shape;6602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3" name="Google Shape;6603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4" name="Google Shape;6604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5" name="Google Shape;6605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6" name="Google Shape;6606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7" name="Google Shape;6607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8" name="Google Shape;6608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9" name="Google Shape;6609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0" name="Google Shape;6610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1" name="Google Shape;6611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2" name="Google Shape;6612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3" name="Google Shape;6613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4" name="Google Shape;6614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5" name="Google Shape;6615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6" name="Google Shape;6616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7" name="Google Shape;6617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8" name="Google Shape;6618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9" name="Google Shape;6619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0" name="Google Shape;6620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1" name="Google Shape;6621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2" name="Google Shape;6622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623" name="Google Shape;6623;p14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6624" name="Google Shape;6624;p14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6625" name="Google Shape;6625;p14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6" name="Google Shape;6626;p14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7" name="Google Shape;6627;p14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8" name="Google Shape;6628;p14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9" name="Google Shape;6629;p14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0" name="Google Shape;6630;p14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1" name="Google Shape;6631;p14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2" name="Google Shape;6632;p14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3" name="Google Shape;6633;p14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4" name="Google Shape;6634;p14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5" name="Google Shape;6635;p14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6" name="Google Shape;6636;p14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7" name="Google Shape;6637;p14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8" name="Google Shape;6638;p14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9" name="Google Shape;6639;p14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0" name="Google Shape;6640;p14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1" name="Google Shape;6641;p14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2" name="Google Shape;6642;p14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3" name="Google Shape;6643;p14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4" name="Google Shape;6644;p14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5" name="Google Shape;6645;p14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6" name="Google Shape;6646;p14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7" name="Google Shape;6647;p14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8" name="Google Shape;6648;p14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9" name="Google Shape;6649;p14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0" name="Google Shape;6650;p14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1" name="Google Shape;6651;p14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52" name="Google Shape;6652;p14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6653" name="Google Shape;6653;p14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4" name="Google Shape;6654;p14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5" name="Google Shape;6655;p14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6" name="Google Shape;6656;p14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7" name="Google Shape;6657;p14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8" name="Google Shape;6658;p14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9" name="Google Shape;6659;p14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0" name="Google Shape;6660;p14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1" name="Google Shape;6661;p14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2" name="Google Shape;6662;p14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3" name="Google Shape;6663;p14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4" name="Google Shape;6664;p14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5" name="Google Shape;6665;p14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6" name="Google Shape;6666;p14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7" name="Google Shape;6667;p14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8" name="Google Shape;6668;p14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9" name="Google Shape;6669;p14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0" name="Google Shape;6670;p14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1" name="Google Shape;6671;p14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2" name="Google Shape;6672;p14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3" name="Google Shape;6673;p14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4" name="Google Shape;6674;p14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5" name="Google Shape;6675;p14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6" name="Google Shape;6676;p14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7" name="Google Shape;6677;p14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8" name="Google Shape;6678;p14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9" name="Google Shape;6679;p14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80" name="Google Shape;6680;p14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6681" name="Google Shape;6681;p14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2" name="Google Shape;6682;p14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3" name="Google Shape;6683;p14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4" name="Google Shape;6684;p14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5" name="Google Shape;6685;p14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6" name="Google Shape;6686;p14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7" name="Google Shape;6687;p14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8" name="Google Shape;6688;p14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9" name="Google Shape;6689;p14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0" name="Google Shape;6690;p14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1" name="Google Shape;6691;p14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2" name="Google Shape;6692;p14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3" name="Google Shape;6693;p14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4" name="Google Shape;6694;p14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5" name="Google Shape;6695;p14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6" name="Google Shape;6696;p14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7" name="Google Shape;6697;p14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8" name="Google Shape;6698;p14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9" name="Google Shape;6699;p14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0" name="Google Shape;6700;p14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1" name="Google Shape;6701;p14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2" name="Google Shape;6702;p14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3" name="Google Shape;6703;p14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4" name="Google Shape;6704;p14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5" name="Google Shape;6705;p14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6" name="Google Shape;6706;p14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7" name="Google Shape;6707;p14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08" name="Google Shape;6708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09" name="Google Shape;6709;p14"/>
          <p:cNvSpPr txBox="1">
            <a:spLocks noGrp="1"/>
          </p:cNvSpPr>
          <p:nvPr>
            <p:ph type="subTitle" idx="1"/>
          </p:nvPr>
        </p:nvSpPr>
        <p:spPr>
          <a:xfrm>
            <a:off x="1782599" y="31263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6710" name="Google Shape;6710;p14"/>
          <p:cNvSpPr txBox="1">
            <a:spLocks noGrp="1"/>
          </p:cNvSpPr>
          <p:nvPr>
            <p:ph type="subTitle" idx="2"/>
          </p:nvPr>
        </p:nvSpPr>
        <p:spPr>
          <a:xfrm>
            <a:off x="1782600" y="35961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11" name="Google Shape;6711;p14"/>
          <p:cNvSpPr txBox="1">
            <a:spLocks noGrp="1"/>
          </p:cNvSpPr>
          <p:nvPr>
            <p:ph type="title" idx="3" hasCustomPrompt="1"/>
          </p:nvPr>
        </p:nvSpPr>
        <p:spPr>
          <a:xfrm>
            <a:off x="793988" y="333690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6712" name="Google Shape;6712;p14"/>
          <p:cNvSpPr txBox="1">
            <a:spLocks noGrp="1"/>
          </p:cNvSpPr>
          <p:nvPr>
            <p:ph type="subTitle" idx="4"/>
          </p:nvPr>
        </p:nvSpPr>
        <p:spPr>
          <a:xfrm>
            <a:off x="6075599" y="31263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6713" name="Google Shape;6713;p14"/>
          <p:cNvSpPr txBox="1">
            <a:spLocks noGrp="1"/>
          </p:cNvSpPr>
          <p:nvPr>
            <p:ph type="subTitle" idx="5"/>
          </p:nvPr>
        </p:nvSpPr>
        <p:spPr>
          <a:xfrm>
            <a:off x="6075600" y="35961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14" name="Google Shape;6714;p14"/>
          <p:cNvSpPr txBox="1">
            <a:spLocks noGrp="1"/>
          </p:cNvSpPr>
          <p:nvPr>
            <p:ph type="title" idx="6" hasCustomPrompt="1"/>
          </p:nvPr>
        </p:nvSpPr>
        <p:spPr>
          <a:xfrm>
            <a:off x="5082500" y="333690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6715" name="Google Shape;6715;p14"/>
          <p:cNvSpPr txBox="1">
            <a:spLocks noGrp="1"/>
          </p:cNvSpPr>
          <p:nvPr>
            <p:ph type="subTitle" idx="7"/>
          </p:nvPr>
        </p:nvSpPr>
        <p:spPr>
          <a:xfrm>
            <a:off x="1782599" y="14906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6716" name="Google Shape;6716;p14"/>
          <p:cNvSpPr txBox="1">
            <a:spLocks noGrp="1"/>
          </p:cNvSpPr>
          <p:nvPr>
            <p:ph type="subTitle" idx="8"/>
          </p:nvPr>
        </p:nvSpPr>
        <p:spPr>
          <a:xfrm>
            <a:off x="1782600" y="19604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17" name="Google Shape;6717;p14"/>
          <p:cNvSpPr txBox="1">
            <a:spLocks noGrp="1"/>
          </p:cNvSpPr>
          <p:nvPr>
            <p:ph type="title" idx="9" hasCustomPrompt="1"/>
          </p:nvPr>
        </p:nvSpPr>
        <p:spPr>
          <a:xfrm>
            <a:off x="794000" y="170385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6718" name="Google Shape;6718;p14"/>
          <p:cNvSpPr txBox="1">
            <a:spLocks noGrp="1"/>
          </p:cNvSpPr>
          <p:nvPr>
            <p:ph type="subTitle" idx="13"/>
          </p:nvPr>
        </p:nvSpPr>
        <p:spPr>
          <a:xfrm>
            <a:off x="6075599" y="14906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6719" name="Google Shape;6719;p14"/>
          <p:cNvSpPr txBox="1">
            <a:spLocks noGrp="1"/>
          </p:cNvSpPr>
          <p:nvPr>
            <p:ph type="subTitle" idx="14"/>
          </p:nvPr>
        </p:nvSpPr>
        <p:spPr>
          <a:xfrm>
            <a:off x="6075600" y="19604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20" name="Google Shape;6720;p14"/>
          <p:cNvSpPr txBox="1">
            <a:spLocks noGrp="1"/>
          </p:cNvSpPr>
          <p:nvPr>
            <p:ph type="title" idx="15" hasCustomPrompt="1"/>
          </p:nvPr>
        </p:nvSpPr>
        <p:spPr>
          <a:xfrm>
            <a:off x="5082500" y="170385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6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2" name="Google Shape;6722;p15"/>
          <p:cNvGrpSpPr/>
          <p:nvPr/>
        </p:nvGrpSpPr>
        <p:grpSpPr>
          <a:xfrm>
            <a:off x="-689218" y="2767006"/>
            <a:ext cx="1049633" cy="523940"/>
            <a:chOff x="138482" y="584556"/>
            <a:chExt cx="1049633" cy="523940"/>
          </a:xfrm>
        </p:grpSpPr>
        <p:sp>
          <p:nvSpPr>
            <p:cNvPr id="6723" name="Google Shape;6723;p1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4" name="Google Shape;6724;p1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5" name="Google Shape;6725;p1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6" name="Google Shape;6726;p1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7" name="Google Shape;6727;p1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8" name="Google Shape;6728;p1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9" name="Google Shape;6729;p1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0" name="Google Shape;6730;p1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1" name="Google Shape;6731;p1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2" name="Google Shape;6732;p1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3" name="Google Shape;6733;p1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4" name="Google Shape;6734;p1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5" name="Google Shape;6735;p1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6" name="Google Shape;6736;p1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7" name="Google Shape;6737;p1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8" name="Google Shape;6738;p15"/>
          <p:cNvGrpSpPr/>
          <p:nvPr/>
        </p:nvGrpSpPr>
        <p:grpSpPr>
          <a:xfrm flipH="1">
            <a:off x="7684482" y="-69"/>
            <a:ext cx="1049633" cy="523940"/>
            <a:chOff x="138482" y="584556"/>
            <a:chExt cx="1049633" cy="523940"/>
          </a:xfrm>
        </p:grpSpPr>
        <p:sp>
          <p:nvSpPr>
            <p:cNvPr id="6739" name="Google Shape;6739;p1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0" name="Google Shape;6740;p1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1" name="Google Shape;6741;p1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2" name="Google Shape;6742;p1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3" name="Google Shape;6743;p1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4" name="Google Shape;6744;p1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5" name="Google Shape;6745;p1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6" name="Google Shape;6746;p1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6747;p1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8" name="Google Shape;6748;p1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9" name="Google Shape;6749;p1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0" name="Google Shape;6750;p1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1" name="Google Shape;6751;p1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6752;p1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6753;p1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4" name="Google Shape;6754;p15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6755" name="Google Shape;6755;p15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6756" name="Google Shape;6756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7" name="Google Shape;6757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8" name="Google Shape;6758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9" name="Google Shape;6759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0" name="Google Shape;6760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1" name="Google Shape;6761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2" name="Google Shape;6762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3" name="Google Shape;6763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4" name="Google Shape;6764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5" name="Google Shape;6765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6" name="Google Shape;6766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7" name="Google Shape;6767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8" name="Google Shape;6768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9" name="Google Shape;6769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0" name="Google Shape;6770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1" name="Google Shape;6771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2" name="Google Shape;6772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3" name="Google Shape;6773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4" name="Google Shape;6774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5" name="Google Shape;6775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6" name="Google Shape;6776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7" name="Google Shape;6777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8" name="Google Shape;6778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9" name="Google Shape;6779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0" name="Google Shape;6780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1" name="Google Shape;6781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2" name="Google Shape;6782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3" name="Google Shape;6783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4" name="Google Shape;6784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5" name="Google Shape;6785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6" name="Google Shape;6786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7" name="Google Shape;6787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8" name="Google Shape;6788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9" name="Google Shape;6789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0" name="Google Shape;6790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1" name="Google Shape;6791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2" name="Google Shape;6792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3" name="Google Shape;6793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4" name="Google Shape;6794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5" name="Google Shape;6795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6" name="Google Shape;6796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7" name="Google Shape;6797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8" name="Google Shape;6798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99" name="Google Shape;6799;p15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6800" name="Google Shape;6800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1" name="Google Shape;6801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2" name="Google Shape;6802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3" name="Google Shape;6803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4" name="Google Shape;6804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5" name="Google Shape;6805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6" name="Google Shape;6806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7" name="Google Shape;6807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8" name="Google Shape;6808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9" name="Google Shape;6809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0" name="Google Shape;6810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1" name="Google Shape;6811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2" name="Google Shape;6812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3" name="Google Shape;6813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4" name="Google Shape;6814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5" name="Google Shape;6815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6" name="Google Shape;6816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7" name="Google Shape;6817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8" name="Google Shape;6818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9" name="Google Shape;6819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0" name="Google Shape;6820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1" name="Google Shape;6821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2" name="Google Shape;6822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3" name="Google Shape;6823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4" name="Google Shape;6824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5" name="Google Shape;6825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6" name="Google Shape;6826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7" name="Google Shape;6827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8" name="Google Shape;6828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9" name="Google Shape;6829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0" name="Google Shape;6830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1" name="Google Shape;6831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2" name="Google Shape;6832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3" name="Google Shape;6833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4" name="Google Shape;6834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5" name="Google Shape;6835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6" name="Google Shape;6836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7" name="Google Shape;6837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8" name="Google Shape;6838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9" name="Google Shape;6839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0" name="Google Shape;6840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1" name="Google Shape;6841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2" name="Google Shape;6842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43" name="Google Shape;6843;p15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6844" name="Google Shape;6844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5" name="Google Shape;6845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6" name="Google Shape;6846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7" name="Google Shape;6847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8" name="Google Shape;6848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9" name="Google Shape;6849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0" name="Google Shape;6850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1" name="Google Shape;6851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2" name="Google Shape;6852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3" name="Google Shape;6853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4" name="Google Shape;6854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5" name="Google Shape;6855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6" name="Google Shape;6856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7" name="Google Shape;6857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8" name="Google Shape;6858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9" name="Google Shape;6859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0" name="Google Shape;6860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1" name="Google Shape;6861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2" name="Google Shape;6862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3" name="Google Shape;6863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4" name="Google Shape;6864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5" name="Google Shape;6865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6" name="Google Shape;6866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7" name="Google Shape;6867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8" name="Google Shape;6868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9" name="Google Shape;6869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0" name="Google Shape;6870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1" name="Google Shape;6871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2" name="Google Shape;6872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3" name="Google Shape;6873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4" name="Google Shape;6874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5" name="Google Shape;6875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6" name="Google Shape;6876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7" name="Google Shape;6877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8" name="Google Shape;6878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9" name="Google Shape;6879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0" name="Google Shape;6880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1" name="Google Shape;6881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2" name="Google Shape;6882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3" name="Google Shape;6883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4" name="Google Shape;6884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5" name="Google Shape;6885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6" name="Google Shape;6886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87" name="Google Shape;6887;p15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6888" name="Google Shape;6888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9" name="Google Shape;6889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0" name="Google Shape;6890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1" name="Google Shape;6891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2" name="Google Shape;6892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3" name="Google Shape;6893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4" name="Google Shape;6894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5" name="Google Shape;6895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6" name="Google Shape;6896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7" name="Google Shape;6897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8" name="Google Shape;6898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9" name="Google Shape;6899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0" name="Google Shape;6900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1" name="Google Shape;6901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2" name="Google Shape;6902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3" name="Google Shape;6903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4" name="Google Shape;6904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5" name="Google Shape;6905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6" name="Google Shape;6906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7" name="Google Shape;6907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8" name="Google Shape;6908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9" name="Google Shape;6909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0" name="Google Shape;6910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1" name="Google Shape;6911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2" name="Google Shape;6912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3" name="Google Shape;6913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4" name="Google Shape;6914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5" name="Google Shape;6915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6" name="Google Shape;6916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7" name="Google Shape;6917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8" name="Google Shape;6918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9" name="Google Shape;6919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0" name="Google Shape;6920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1" name="Google Shape;6921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2" name="Google Shape;6922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3" name="Google Shape;6923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4" name="Google Shape;6924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5" name="Google Shape;6925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6" name="Google Shape;6926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7" name="Google Shape;6927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8" name="Google Shape;6928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9" name="Google Shape;6929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0" name="Google Shape;6930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1" name="Google Shape;6931;p15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6932" name="Google Shape;6932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3" name="Google Shape;6933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4" name="Google Shape;6934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5" name="Google Shape;6935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6" name="Google Shape;6936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7" name="Google Shape;6937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8" name="Google Shape;6938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9" name="Google Shape;6939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0" name="Google Shape;6940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1" name="Google Shape;6941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2" name="Google Shape;6942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3" name="Google Shape;6943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4" name="Google Shape;6944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5" name="Google Shape;6945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6" name="Google Shape;6946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7" name="Google Shape;6947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8" name="Google Shape;6948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9" name="Google Shape;6949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0" name="Google Shape;6950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1" name="Google Shape;6951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2" name="Google Shape;6952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3" name="Google Shape;6953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4" name="Google Shape;6954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5" name="Google Shape;6955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6" name="Google Shape;6956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7" name="Google Shape;6957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8" name="Google Shape;6958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9" name="Google Shape;6959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0" name="Google Shape;6960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1" name="Google Shape;6961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2" name="Google Shape;6962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3" name="Google Shape;6963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4" name="Google Shape;6964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5" name="Google Shape;6965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6" name="Google Shape;6966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7" name="Google Shape;6967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8" name="Google Shape;6968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9" name="Google Shape;6969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0" name="Google Shape;6970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1" name="Google Shape;6971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2" name="Google Shape;6972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3" name="Google Shape;6973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4" name="Google Shape;6974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5" name="Google Shape;6975;p15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6976" name="Google Shape;6976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7" name="Google Shape;6977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8" name="Google Shape;6978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9" name="Google Shape;6979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0" name="Google Shape;6980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1" name="Google Shape;6981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2" name="Google Shape;6982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3" name="Google Shape;6983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4" name="Google Shape;6984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5" name="Google Shape;6985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6" name="Google Shape;6986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7" name="Google Shape;6987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8" name="Google Shape;6988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9" name="Google Shape;6989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0" name="Google Shape;6990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1" name="Google Shape;6991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2" name="Google Shape;6992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3" name="Google Shape;6993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4" name="Google Shape;6994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5" name="Google Shape;6995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6" name="Google Shape;6996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7" name="Google Shape;6997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8" name="Google Shape;6998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9" name="Google Shape;6999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0" name="Google Shape;7000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1" name="Google Shape;7001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2" name="Google Shape;7002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3" name="Google Shape;7003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4" name="Google Shape;7004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5" name="Google Shape;7005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6" name="Google Shape;7006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7" name="Google Shape;7007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8" name="Google Shape;7008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9" name="Google Shape;7009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0" name="Google Shape;7010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1" name="Google Shape;7011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2" name="Google Shape;7012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3" name="Google Shape;7013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4" name="Google Shape;7014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5" name="Google Shape;7015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6" name="Google Shape;7016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7" name="Google Shape;7017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8" name="Google Shape;7018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19" name="Google Shape;7019;p15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7020" name="Google Shape;7020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1" name="Google Shape;7021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2" name="Google Shape;7022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3" name="Google Shape;7023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4" name="Google Shape;7024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5" name="Google Shape;7025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6" name="Google Shape;7026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7" name="Google Shape;7027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8" name="Google Shape;7028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9" name="Google Shape;7029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0" name="Google Shape;7030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1" name="Google Shape;7031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2" name="Google Shape;7032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3" name="Google Shape;7033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4" name="Google Shape;7034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5" name="Google Shape;7035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6" name="Google Shape;7036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7" name="Google Shape;7037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8" name="Google Shape;7038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9" name="Google Shape;7039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0" name="Google Shape;7040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1" name="Google Shape;7041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2" name="Google Shape;7042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3" name="Google Shape;7043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4" name="Google Shape;7044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5" name="Google Shape;7045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6" name="Google Shape;7046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7" name="Google Shape;7047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8" name="Google Shape;7048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9" name="Google Shape;7049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0" name="Google Shape;7050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1" name="Google Shape;7051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2" name="Google Shape;7052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3" name="Google Shape;7053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4" name="Google Shape;7054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5" name="Google Shape;7055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6" name="Google Shape;7056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7" name="Google Shape;7057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8" name="Google Shape;7058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9" name="Google Shape;7059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0" name="Google Shape;7060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1" name="Google Shape;7061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2" name="Google Shape;7062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63" name="Google Shape;7063;p15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7064" name="Google Shape;7064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5" name="Google Shape;7065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6" name="Google Shape;7066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7" name="Google Shape;7067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8" name="Google Shape;7068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9" name="Google Shape;7069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0" name="Google Shape;7070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1" name="Google Shape;7071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2" name="Google Shape;7072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3" name="Google Shape;7073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4" name="Google Shape;7074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5" name="Google Shape;7075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6" name="Google Shape;7076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7" name="Google Shape;7077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8" name="Google Shape;7078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9" name="Google Shape;7079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0" name="Google Shape;7080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1" name="Google Shape;7081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2" name="Google Shape;7082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3" name="Google Shape;7083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4" name="Google Shape;7084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5" name="Google Shape;7085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6" name="Google Shape;7086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7" name="Google Shape;7087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8" name="Google Shape;7088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9" name="Google Shape;7089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0" name="Google Shape;7090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1" name="Google Shape;7091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2" name="Google Shape;7092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3" name="Google Shape;7093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4" name="Google Shape;7094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5" name="Google Shape;7095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6" name="Google Shape;7096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7" name="Google Shape;7097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8" name="Google Shape;7098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9" name="Google Shape;7099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0" name="Google Shape;7100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1" name="Google Shape;7101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2" name="Google Shape;7102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3" name="Google Shape;7103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4" name="Google Shape;7104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5" name="Google Shape;7105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6" name="Google Shape;7106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07" name="Google Shape;7107;p15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7108" name="Google Shape;7108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9" name="Google Shape;7109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0" name="Google Shape;7110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1" name="Google Shape;7111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2" name="Google Shape;7112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3" name="Google Shape;7113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4" name="Google Shape;7114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5" name="Google Shape;7115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6" name="Google Shape;7116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7" name="Google Shape;7117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8" name="Google Shape;7118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9" name="Google Shape;7119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0" name="Google Shape;7120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1" name="Google Shape;7121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2" name="Google Shape;7122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3" name="Google Shape;7123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4" name="Google Shape;7124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5" name="Google Shape;7125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6" name="Google Shape;7126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7" name="Google Shape;7127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8" name="Google Shape;7128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9" name="Google Shape;7129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0" name="Google Shape;7130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1" name="Google Shape;7131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2" name="Google Shape;7132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3" name="Google Shape;7133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4" name="Google Shape;7134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5" name="Google Shape;7135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6" name="Google Shape;7136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7" name="Google Shape;7137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8" name="Google Shape;7138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9" name="Google Shape;7139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0" name="Google Shape;7140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1" name="Google Shape;7141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2" name="Google Shape;7142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3" name="Google Shape;7143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4" name="Google Shape;7144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5" name="Google Shape;7145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6" name="Google Shape;7146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7" name="Google Shape;7147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8" name="Google Shape;7148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9" name="Google Shape;7149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0" name="Google Shape;7150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51" name="Google Shape;7151;p15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7152" name="Google Shape;7152;p15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7153" name="Google Shape;7153;p15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4" name="Google Shape;7154;p15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5" name="Google Shape;7155;p15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6" name="Google Shape;7156;p15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7" name="Google Shape;7157;p15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8" name="Google Shape;7158;p15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9" name="Google Shape;7159;p15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0" name="Google Shape;7160;p15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1" name="Google Shape;7161;p15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2" name="Google Shape;7162;p15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3" name="Google Shape;7163;p15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4" name="Google Shape;7164;p15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5" name="Google Shape;7165;p15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6" name="Google Shape;7166;p15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7" name="Google Shape;7167;p15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8" name="Google Shape;7168;p15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9" name="Google Shape;7169;p15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0" name="Google Shape;7170;p15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1" name="Google Shape;7171;p15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2" name="Google Shape;7172;p15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3" name="Google Shape;7173;p15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4" name="Google Shape;7174;p15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5" name="Google Shape;7175;p15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6" name="Google Shape;7176;p15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7" name="Google Shape;7177;p15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8" name="Google Shape;7178;p15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9" name="Google Shape;7179;p15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0" name="Google Shape;7180;p15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7181" name="Google Shape;7181;p1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2" name="Google Shape;7182;p1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3" name="Google Shape;7183;p1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4" name="Google Shape;7184;p1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5" name="Google Shape;7185;p1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6" name="Google Shape;7186;p1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7" name="Google Shape;7187;p1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8" name="Google Shape;7188;p1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9" name="Google Shape;7189;p1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0" name="Google Shape;7190;p1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1" name="Google Shape;7191;p1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2" name="Google Shape;7192;p1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3" name="Google Shape;7193;p1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4" name="Google Shape;7194;p1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5" name="Google Shape;7195;p1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6" name="Google Shape;7196;p1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7" name="Google Shape;7197;p1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8" name="Google Shape;7198;p1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9" name="Google Shape;7199;p1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0" name="Google Shape;7200;p1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1" name="Google Shape;7201;p1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2" name="Google Shape;7202;p1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3" name="Google Shape;7203;p1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4" name="Google Shape;7204;p1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5" name="Google Shape;7205;p1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6" name="Google Shape;7206;p1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7" name="Google Shape;7207;p1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08" name="Google Shape;7208;p15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7209" name="Google Shape;7209;p1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0" name="Google Shape;7210;p1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1" name="Google Shape;7211;p1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2" name="Google Shape;7212;p1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3" name="Google Shape;7213;p1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4" name="Google Shape;7214;p1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5" name="Google Shape;7215;p1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6" name="Google Shape;7216;p1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7" name="Google Shape;7217;p1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8" name="Google Shape;7218;p1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9" name="Google Shape;7219;p1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0" name="Google Shape;7220;p1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1" name="Google Shape;7221;p1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2" name="Google Shape;7222;p1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3" name="Google Shape;7223;p1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4" name="Google Shape;7224;p1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5" name="Google Shape;7225;p1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6" name="Google Shape;7226;p1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7" name="Google Shape;7227;p1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8" name="Google Shape;7228;p1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9" name="Google Shape;7229;p1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0" name="Google Shape;7230;p1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1" name="Google Shape;7231;p1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2" name="Google Shape;7232;p1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3" name="Google Shape;7233;p1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4" name="Google Shape;7234;p1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5" name="Google Shape;7235;p1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36" name="Google Shape;7236;p15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37" name="Google Shape;7237;p15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7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61" name="Google Shape;7761;p17"/>
          <p:cNvGrpSpPr/>
          <p:nvPr/>
        </p:nvGrpSpPr>
        <p:grpSpPr>
          <a:xfrm rot="-9127115">
            <a:off x="7857395" y="3629061"/>
            <a:ext cx="316152" cy="1149676"/>
            <a:chOff x="4455175" y="2826325"/>
            <a:chExt cx="114450" cy="416200"/>
          </a:xfrm>
        </p:grpSpPr>
        <p:sp>
          <p:nvSpPr>
            <p:cNvPr id="7762" name="Google Shape;7762;p17"/>
            <p:cNvSpPr/>
            <p:nvPr/>
          </p:nvSpPr>
          <p:spPr>
            <a:xfrm>
              <a:off x="4475950" y="32044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916" y="106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3" name="Google Shape;7763;p17"/>
            <p:cNvSpPr/>
            <p:nvPr/>
          </p:nvSpPr>
          <p:spPr>
            <a:xfrm>
              <a:off x="4475950" y="3188400"/>
              <a:ext cx="72900" cy="27075"/>
            </a:xfrm>
            <a:custGeom>
              <a:avLst/>
              <a:gdLst/>
              <a:ahLst/>
              <a:cxnLst/>
              <a:rect l="l" t="t" r="r" b="b"/>
              <a:pathLst>
                <a:path w="2916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2916" y="1082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4" name="Google Shape;7764;p17"/>
            <p:cNvSpPr/>
            <p:nvPr/>
          </p:nvSpPr>
          <p:spPr>
            <a:xfrm>
              <a:off x="4475950" y="31656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2916" y="1067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5" name="Google Shape;7765;p17"/>
            <p:cNvSpPr/>
            <p:nvPr/>
          </p:nvSpPr>
          <p:spPr>
            <a:xfrm>
              <a:off x="4499075" y="31504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6" name="Google Shape;7766;p17"/>
            <p:cNvSpPr/>
            <p:nvPr/>
          </p:nvSpPr>
          <p:spPr>
            <a:xfrm>
              <a:off x="4499075" y="31237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7" name="Google Shape;7767;p17"/>
            <p:cNvSpPr/>
            <p:nvPr/>
          </p:nvSpPr>
          <p:spPr>
            <a:xfrm>
              <a:off x="4499075" y="31774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8" name="Google Shape;7768;p17"/>
            <p:cNvSpPr/>
            <p:nvPr/>
          </p:nvSpPr>
          <p:spPr>
            <a:xfrm>
              <a:off x="4499075" y="32044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9" name="Google Shape;7769;p17"/>
            <p:cNvSpPr/>
            <p:nvPr/>
          </p:nvSpPr>
          <p:spPr>
            <a:xfrm>
              <a:off x="4499075" y="32154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0" name="Google Shape;7770;p17"/>
            <p:cNvSpPr/>
            <p:nvPr/>
          </p:nvSpPr>
          <p:spPr>
            <a:xfrm>
              <a:off x="4499075" y="30426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1" name="Google Shape;7771;p17"/>
            <p:cNvSpPr/>
            <p:nvPr/>
          </p:nvSpPr>
          <p:spPr>
            <a:xfrm>
              <a:off x="4499075" y="301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2" name="Google Shape;7772;p17"/>
            <p:cNvSpPr/>
            <p:nvPr/>
          </p:nvSpPr>
          <p:spPr>
            <a:xfrm>
              <a:off x="4499075" y="30696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3" name="Google Shape;7773;p17"/>
            <p:cNvSpPr/>
            <p:nvPr/>
          </p:nvSpPr>
          <p:spPr>
            <a:xfrm>
              <a:off x="4499075" y="30967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4" name="Google Shape;7774;p17"/>
            <p:cNvSpPr/>
            <p:nvPr/>
          </p:nvSpPr>
          <p:spPr>
            <a:xfrm>
              <a:off x="4499075" y="29352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5" name="Google Shape;7775;p17"/>
            <p:cNvSpPr/>
            <p:nvPr/>
          </p:nvSpPr>
          <p:spPr>
            <a:xfrm>
              <a:off x="4499075" y="29082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6" name="Google Shape;7776;p17"/>
            <p:cNvSpPr/>
            <p:nvPr/>
          </p:nvSpPr>
          <p:spPr>
            <a:xfrm>
              <a:off x="4499075" y="29619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7" name="Google Shape;7777;p17"/>
            <p:cNvSpPr/>
            <p:nvPr/>
          </p:nvSpPr>
          <p:spPr>
            <a:xfrm>
              <a:off x="4499075" y="29889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8" name="Google Shape;7778;p17"/>
            <p:cNvSpPr/>
            <p:nvPr/>
          </p:nvSpPr>
          <p:spPr>
            <a:xfrm>
              <a:off x="4504175" y="2826325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9" name="Google Shape;7779;p17"/>
            <p:cNvSpPr/>
            <p:nvPr/>
          </p:nvSpPr>
          <p:spPr>
            <a:xfrm>
              <a:off x="450417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8" y="643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0" name="Google Shape;7780;p17"/>
            <p:cNvSpPr/>
            <p:nvPr/>
          </p:nvSpPr>
          <p:spPr>
            <a:xfrm>
              <a:off x="450417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1" name="Google Shape;7781;p17"/>
            <p:cNvSpPr/>
            <p:nvPr/>
          </p:nvSpPr>
          <p:spPr>
            <a:xfrm>
              <a:off x="452062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2" name="Google Shape;7782;p17"/>
            <p:cNvSpPr/>
            <p:nvPr/>
          </p:nvSpPr>
          <p:spPr>
            <a:xfrm>
              <a:off x="452062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3" name="Google Shape;7783;p17"/>
            <p:cNvSpPr/>
            <p:nvPr/>
          </p:nvSpPr>
          <p:spPr>
            <a:xfrm>
              <a:off x="4537075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4" name="Google Shape;7784;p17"/>
            <p:cNvSpPr/>
            <p:nvPr/>
          </p:nvSpPr>
          <p:spPr>
            <a:xfrm>
              <a:off x="4553550" y="2875325"/>
              <a:ext cx="16075" cy="16475"/>
            </a:xfrm>
            <a:custGeom>
              <a:avLst/>
              <a:gdLst/>
              <a:ahLst/>
              <a:cxnLst/>
              <a:rect l="l" t="t" r="r" b="b"/>
              <a:pathLst>
                <a:path w="643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5" name="Google Shape;7785;p17"/>
            <p:cNvSpPr/>
            <p:nvPr/>
          </p:nvSpPr>
          <p:spPr>
            <a:xfrm>
              <a:off x="4487700" y="2842800"/>
              <a:ext cx="16500" cy="16075"/>
            </a:xfrm>
            <a:custGeom>
              <a:avLst/>
              <a:gdLst/>
              <a:ahLst/>
              <a:cxnLst/>
              <a:rect l="l" t="t" r="r" b="b"/>
              <a:pathLst>
                <a:path w="660" h="643" extrusionOk="0">
                  <a:moveTo>
                    <a:pt x="1" y="0"/>
                  </a:moveTo>
                  <a:lnTo>
                    <a:pt x="1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6" name="Google Shape;7786;p17"/>
            <p:cNvSpPr/>
            <p:nvPr/>
          </p:nvSpPr>
          <p:spPr>
            <a:xfrm>
              <a:off x="4487700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7" name="Google Shape;7787;p17"/>
            <p:cNvSpPr/>
            <p:nvPr/>
          </p:nvSpPr>
          <p:spPr>
            <a:xfrm>
              <a:off x="4471250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8" name="Google Shape;7788;p17"/>
            <p:cNvSpPr/>
            <p:nvPr/>
          </p:nvSpPr>
          <p:spPr>
            <a:xfrm>
              <a:off x="450417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9" name="Google Shape;7789;p17"/>
            <p:cNvSpPr/>
            <p:nvPr/>
          </p:nvSpPr>
          <p:spPr>
            <a:xfrm>
              <a:off x="452062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0" name="Google Shape;7790;p17"/>
            <p:cNvSpPr/>
            <p:nvPr/>
          </p:nvSpPr>
          <p:spPr>
            <a:xfrm>
              <a:off x="4537075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1" name="Google Shape;7791;p17"/>
            <p:cNvSpPr/>
            <p:nvPr/>
          </p:nvSpPr>
          <p:spPr>
            <a:xfrm>
              <a:off x="4487700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2" name="Google Shape;7792;p17"/>
            <p:cNvSpPr/>
            <p:nvPr/>
          </p:nvSpPr>
          <p:spPr>
            <a:xfrm>
              <a:off x="450417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3" name="Google Shape;7793;p17"/>
            <p:cNvSpPr/>
            <p:nvPr/>
          </p:nvSpPr>
          <p:spPr>
            <a:xfrm>
              <a:off x="452062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4" name="Google Shape;7794;p17"/>
            <p:cNvSpPr/>
            <p:nvPr/>
          </p:nvSpPr>
          <p:spPr>
            <a:xfrm>
              <a:off x="4487700" y="289177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5" name="Google Shape;7795;p17"/>
            <p:cNvSpPr/>
            <p:nvPr/>
          </p:nvSpPr>
          <p:spPr>
            <a:xfrm>
              <a:off x="4471250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6" name="Google Shape;7796;p17"/>
            <p:cNvSpPr/>
            <p:nvPr/>
          </p:nvSpPr>
          <p:spPr>
            <a:xfrm>
              <a:off x="4455175" y="2875325"/>
              <a:ext cx="16100" cy="16475"/>
            </a:xfrm>
            <a:custGeom>
              <a:avLst/>
              <a:gdLst/>
              <a:ahLst/>
              <a:cxnLst/>
              <a:rect l="l" t="t" r="r" b="b"/>
              <a:pathLst>
                <a:path w="644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97" name="Google Shape;7797;p17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7798" name="Google Shape;7798;p17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7799" name="Google Shape;7799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0" name="Google Shape;7800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1" name="Google Shape;7801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2" name="Google Shape;7802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3" name="Google Shape;7803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4" name="Google Shape;7804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5" name="Google Shape;7805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6" name="Google Shape;7806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7" name="Google Shape;7807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8" name="Google Shape;7808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9" name="Google Shape;7809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0" name="Google Shape;7810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1" name="Google Shape;7811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2" name="Google Shape;7812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3" name="Google Shape;7813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4" name="Google Shape;7814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5" name="Google Shape;7815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6" name="Google Shape;7816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7" name="Google Shape;7817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8" name="Google Shape;7818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9" name="Google Shape;7819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0" name="Google Shape;7820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1" name="Google Shape;7821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2" name="Google Shape;7822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3" name="Google Shape;7823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4" name="Google Shape;7824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5" name="Google Shape;7825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6" name="Google Shape;7826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7" name="Google Shape;7827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8" name="Google Shape;7828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9" name="Google Shape;7829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0" name="Google Shape;7830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1" name="Google Shape;7831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2" name="Google Shape;7832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3" name="Google Shape;7833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4" name="Google Shape;7834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5" name="Google Shape;7835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6" name="Google Shape;7836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7" name="Google Shape;7837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8" name="Google Shape;7838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9" name="Google Shape;7839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0" name="Google Shape;7840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1" name="Google Shape;7841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42" name="Google Shape;7842;p17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7843" name="Google Shape;7843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4" name="Google Shape;7844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5" name="Google Shape;7845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6" name="Google Shape;7846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7" name="Google Shape;7847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8" name="Google Shape;7848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9" name="Google Shape;7849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0" name="Google Shape;7850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1" name="Google Shape;7851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2" name="Google Shape;7852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3" name="Google Shape;7853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4" name="Google Shape;7854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5" name="Google Shape;7855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6" name="Google Shape;7856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7" name="Google Shape;7857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8" name="Google Shape;7858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9" name="Google Shape;7859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0" name="Google Shape;7860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1" name="Google Shape;7861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2" name="Google Shape;7862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3" name="Google Shape;7863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4" name="Google Shape;7864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5" name="Google Shape;7865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6" name="Google Shape;7866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7" name="Google Shape;7867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8" name="Google Shape;7868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9" name="Google Shape;7869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0" name="Google Shape;7870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1" name="Google Shape;7871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2" name="Google Shape;7872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3" name="Google Shape;7873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4" name="Google Shape;7874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5" name="Google Shape;7875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6" name="Google Shape;7876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7" name="Google Shape;7877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8" name="Google Shape;7878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9" name="Google Shape;7879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0" name="Google Shape;7880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1" name="Google Shape;7881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2" name="Google Shape;7882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3" name="Google Shape;7883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4" name="Google Shape;7884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5" name="Google Shape;7885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86" name="Google Shape;7886;p17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7887" name="Google Shape;7887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8" name="Google Shape;7888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9" name="Google Shape;7889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0" name="Google Shape;7890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1" name="Google Shape;7891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2" name="Google Shape;7892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3" name="Google Shape;7893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4" name="Google Shape;7894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5" name="Google Shape;7895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6" name="Google Shape;7896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7" name="Google Shape;7897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8" name="Google Shape;7898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9" name="Google Shape;7899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0" name="Google Shape;7900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1" name="Google Shape;7901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2" name="Google Shape;7902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3" name="Google Shape;7903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4" name="Google Shape;7904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5" name="Google Shape;7905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6" name="Google Shape;7906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7" name="Google Shape;7907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8" name="Google Shape;7908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9" name="Google Shape;7909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0" name="Google Shape;7910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1" name="Google Shape;7911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2" name="Google Shape;7912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3" name="Google Shape;7913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4" name="Google Shape;7914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5" name="Google Shape;7915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6" name="Google Shape;7916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7" name="Google Shape;7917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8" name="Google Shape;7918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9" name="Google Shape;7919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0" name="Google Shape;7920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1" name="Google Shape;7921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2" name="Google Shape;7922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3" name="Google Shape;7923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4" name="Google Shape;7924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5" name="Google Shape;7925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6" name="Google Shape;7926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7" name="Google Shape;7927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8" name="Google Shape;7928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9" name="Google Shape;7929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0" name="Google Shape;7930;p17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7931" name="Google Shape;7931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2" name="Google Shape;7932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3" name="Google Shape;7933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4" name="Google Shape;7934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5" name="Google Shape;7935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6" name="Google Shape;7936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7" name="Google Shape;7937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8" name="Google Shape;7938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9" name="Google Shape;7939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0" name="Google Shape;7940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1" name="Google Shape;7941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2" name="Google Shape;7942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3" name="Google Shape;7943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4" name="Google Shape;7944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5" name="Google Shape;7945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6" name="Google Shape;7946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7" name="Google Shape;7947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8" name="Google Shape;7948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9" name="Google Shape;7949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0" name="Google Shape;7950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1" name="Google Shape;7951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2" name="Google Shape;7952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3" name="Google Shape;7953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4" name="Google Shape;7954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5" name="Google Shape;7955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6" name="Google Shape;7956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7" name="Google Shape;7957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8" name="Google Shape;7958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9" name="Google Shape;7959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0" name="Google Shape;7960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1" name="Google Shape;7961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2" name="Google Shape;7962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3" name="Google Shape;7963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4" name="Google Shape;7964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5" name="Google Shape;7965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6" name="Google Shape;7966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7" name="Google Shape;7967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8" name="Google Shape;7968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9" name="Google Shape;7969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0" name="Google Shape;7970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1" name="Google Shape;7971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2" name="Google Shape;7972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3" name="Google Shape;7973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74" name="Google Shape;7974;p17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7975" name="Google Shape;7975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6" name="Google Shape;7976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7" name="Google Shape;7977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8" name="Google Shape;7978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9" name="Google Shape;7979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0" name="Google Shape;7980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1" name="Google Shape;7981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2" name="Google Shape;7982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3" name="Google Shape;7983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4" name="Google Shape;7984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5" name="Google Shape;7985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6" name="Google Shape;7986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7" name="Google Shape;7987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8" name="Google Shape;7988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9" name="Google Shape;7989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0" name="Google Shape;7990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1" name="Google Shape;7991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2" name="Google Shape;7992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3" name="Google Shape;7993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4" name="Google Shape;7994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5" name="Google Shape;7995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6" name="Google Shape;7996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7" name="Google Shape;7997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8" name="Google Shape;7998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9" name="Google Shape;7999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0" name="Google Shape;8000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1" name="Google Shape;8001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2" name="Google Shape;8002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3" name="Google Shape;8003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4" name="Google Shape;8004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5" name="Google Shape;8005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6" name="Google Shape;8006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7" name="Google Shape;8007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8" name="Google Shape;8008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9" name="Google Shape;8009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0" name="Google Shape;8010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1" name="Google Shape;8011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2" name="Google Shape;8012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3" name="Google Shape;8013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4" name="Google Shape;8014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5" name="Google Shape;8015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6" name="Google Shape;8016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7" name="Google Shape;8017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18" name="Google Shape;8018;p17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8019" name="Google Shape;8019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0" name="Google Shape;8020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1" name="Google Shape;8021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2" name="Google Shape;8022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3" name="Google Shape;8023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4" name="Google Shape;8024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5" name="Google Shape;8025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6" name="Google Shape;8026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7" name="Google Shape;8027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8" name="Google Shape;8028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9" name="Google Shape;8029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0" name="Google Shape;8030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1" name="Google Shape;8031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2" name="Google Shape;8032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3" name="Google Shape;8033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4" name="Google Shape;8034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5" name="Google Shape;8035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6" name="Google Shape;8036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7" name="Google Shape;8037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8" name="Google Shape;8038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9" name="Google Shape;8039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0" name="Google Shape;8040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1" name="Google Shape;8041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2" name="Google Shape;8042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3" name="Google Shape;8043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4" name="Google Shape;8044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5" name="Google Shape;8045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6" name="Google Shape;8046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7" name="Google Shape;8047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8" name="Google Shape;8048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9" name="Google Shape;8049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0" name="Google Shape;8050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1" name="Google Shape;8051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2" name="Google Shape;8052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3" name="Google Shape;8053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4" name="Google Shape;8054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5" name="Google Shape;8055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6" name="Google Shape;8056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7" name="Google Shape;8057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8" name="Google Shape;8058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9" name="Google Shape;8059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0" name="Google Shape;8060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1" name="Google Shape;8061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62" name="Google Shape;8062;p17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8063" name="Google Shape;8063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4" name="Google Shape;8064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5" name="Google Shape;8065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6" name="Google Shape;8066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7" name="Google Shape;8067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8" name="Google Shape;8068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9" name="Google Shape;8069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0" name="Google Shape;8070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1" name="Google Shape;8071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2" name="Google Shape;8072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3" name="Google Shape;8073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4" name="Google Shape;8074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5" name="Google Shape;8075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6" name="Google Shape;8076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7" name="Google Shape;8077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8" name="Google Shape;8078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9" name="Google Shape;8079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0" name="Google Shape;8080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1" name="Google Shape;8081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2" name="Google Shape;8082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3" name="Google Shape;8083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4" name="Google Shape;8084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5" name="Google Shape;8085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6" name="Google Shape;8086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7" name="Google Shape;8087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8" name="Google Shape;8088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9" name="Google Shape;8089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0" name="Google Shape;8090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1" name="Google Shape;8091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2" name="Google Shape;8092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3" name="Google Shape;8093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4" name="Google Shape;8094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5" name="Google Shape;8095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6" name="Google Shape;8096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7" name="Google Shape;8097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8" name="Google Shape;8098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9" name="Google Shape;8099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0" name="Google Shape;8100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1" name="Google Shape;8101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2" name="Google Shape;8102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3" name="Google Shape;8103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4" name="Google Shape;8104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5" name="Google Shape;8105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06" name="Google Shape;8106;p17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8107" name="Google Shape;8107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8" name="Google Shape;8108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9" name="Google Shape;8109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0" name="Google Shape;8110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1" name="Google Shape;8111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2" name="Google Shape;8112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3" name="Google Shape;8113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4" name="Google Shape;8114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5" name="Google Shape;8115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6" name="Google Shape;8116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7" name="Google Shape;8117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8" name="Google Shape;8118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9" name="Google Shape;8119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0" name="Google Shape;8120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1" name="Google Shape;8121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2" name="Google Shape;8122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3" name="Google Shape;8123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4" name="Google Shape;8124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5" name="Google Shape;8125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6" name="Google Shape;8126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7" name="Google Shape;8127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8" name="Google Shape;8128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9" name="Google Shape;8129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0" name="Google Shape;8130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1" name="Google Shape;8131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2" name="Google Shape;8132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3" name="Google Shape;8133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4" name="Google Shape;8134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5" name="Google Shape;8135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6" name="Google Shape;8136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7" name="Google Shape;8137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8" name="Google Shape;8138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9" name="Google Shape;8139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0" name="Google Shape;8140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1" name="Google Shape;8141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2" name="Google Shape;8142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3" name="Google Shape;8143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4" name="Google Shape;8144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5" name="Google Shape;8145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6" name="Google Shape;8146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7" name="Google Shape;8147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8" name="Google Shape;8148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9" name="Google Shape;8149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50" name="Google Shape;8150;p17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8151" name="Google Shape;8151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2" name="Google Shape;8152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3" name="Google Shape;8153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4" name="Google Shape;8154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5" name="Google Shape;8155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6" name="Google Shape;8156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7" name="Google Shape;8157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8" name="Google Shape;8158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9" name="Google Shape;8159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0" name="Google Shape;8160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1" name="Google Shape;8161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2" name="Google Shape;8162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3" name="Google Shape;8163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4" name="Google Shape;8164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5" name="Google Shape;8165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6" name="Google Shape;8166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7" name="Google Shape;8167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8" name="Google Shape;8168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9" name="Google Shape;8169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0" name="Google Shape;8170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1" name="Google Shape;8171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2" name="Google Shape;8172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3" name="Google Shape;8173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4" name="Google Shape;8174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5" name="Google Shape;8175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6" name="Google Shape;8176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7" name="Google Shape;8177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8" name="Google Shape;8178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9" name="Google Shape;8179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0" name="Google Shape;8180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1" name="Google Shape;8181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2" name="Google Shape;8182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3" name="Google Shape;8183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4" name="Google Shape;8184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5" name="Google Shape;8185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6" name="Google Shape;8186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7" name="Google Shape;8187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8" name="Google Shape;8188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9" name="Google Shape;8189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0" name="Google Shape;8190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1" name="Google Shape;8191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2" name="Google Shape;8192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3" name="Google Shape;8193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94" name="Google Shape;8194;p17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8195" name="Google Shape;8195;p17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8196" name="Google Shape;8196;p17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7" name="Google Shape;8197;p17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8" name="Google Shape;8198;p17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9" name="Google Shape;8199;p17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0" name="Google Shape;8200;p17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1" name="Google Shape;8201;p17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2" name="Google Shape;8202;p17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3" name="Google Shape;8203;p17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4" name="Google Shape;8204;p17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5" name="Google Shape;8205;p17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6" name="Google Shape;8206;p17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7" name="Google Shape;8207;p17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8" name="Google Shape;8208;p17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9" name="Google Shape;8209;p17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0" name="Google Shape;8210;p17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1" name="Google Shape;8211;p17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2" name="Google Shape;8212;p17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3" name="Google Shape;8213;p17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4" name="Google Shape;8214;p17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5" name="Google Shape;8215;p17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6" name="Google Shape;8216;p17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7" name="Google Shape;8217;p17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8" name="Google Shape;8218;p17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9" name="Google Shape;8219;p17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0" name="Google Shape;8220;p17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1" name="Google Shape;8221;p17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2" name="Google Shape;8222;p17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23" name="Google Shape;8223;p17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8224" name="Google Shape;8224;p1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5" name="Google Shape;8225;p1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6" name="Google Shape;8226;p1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7" name="Google Shape;8227;p1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8" name="Google Shape;8228;p1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9" name="Google Shape;8229;p1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0" name="Google Shape;8230;p1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1" name="Google Shape;8231;p1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2" name="Google Shape;8232;p1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3" name="Google Shape;8233;p1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4" name="Google Shape;8234;p1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5" name="Google Shape;8235;p1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6" name="Google Shape;8236;p1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7" name="Google Shape;8237;p1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8" name="Google Shape;8238;p1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9" name="Google Shape;8239;p1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0" name="Google Shape;8240;p1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1" name="Google Shape;8241;p1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2" name="Google Shape;8242;p1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3" name="Google Shape;8243;p1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4" name="Google Shape;8244;p1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5" name="Google Shape;8245;p1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6" name="Google Shape;8246;p1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7" name="Google Shape;8247;p1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8" name="Google Shape;8248;p1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9" name="Google Shape;8249;p1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0" name="Google Shape;8250;p1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51" name="Google Shape;8251;p17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8252" name="Google Shape;8252;p1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3" name="Google Shape;8253;p1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4" name="Google Shape;8254;p1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5" name="Google Shape;8255;p1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6" name="Google Shape;8256;p1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7" name="Google Shape;8257;p1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8" name="Google Shape;8258;p1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9" name="Google Shape;8259;p1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0" name="Google Shape;8260;p1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1" name="Google Shape;8261;p1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2" name="Google Shape;8262;p1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3" name="Google Shape;8263;p1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4" name="Google Shape;8264;p1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5" name="Google Shape;8265;p1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6" name="Google Shape;8266;p1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7" name="Google Shape;8267;p1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8" name="Google Shape;8268;p1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9" name="Google Shape;8269;p1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0" name="Google Shape;8270;p1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1" name="Google Shape;8271;p1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2" name="Google Shape;8272;p1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3" name="Google Shape;8273;p1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4" name="Google Shape;8274;p1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5" name="Google Shape;8275;p1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6" name="Google Shape;8276;p1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7" name="Google Shape;8277;p1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8" name="Google Shape;8278;p1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79" name="Google Shape;8279;p17"/>
          <p:cNvSpPr txBox="1">
            <a:spLocks noGrp="1"/>
          </p:cNvSpPr>
          <p:nvPr>
            <p:ph type="title"/>
          </p:nvPr>
        </p:nvSpPr>
        <p:spPr>
          <a:xfrm>
            <a:off x="7200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280" name="Google Shape;8280;p17"/>
          <p:cNvSpPr txBox="1">
            <a:spLocks noGrp="1"/>
          </p:cNvSpPr>
          <p:nvPr>
            <p:ph type="subTitle" idx="1"/>
          </p:nvPr>
        </p:nvSpPr>
        <p:spPr>
          <a:xfrm>
            <a:off x="720000" y="3500100"/>
            <a:ext cx="48918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81" name="Google Shape;8281;p17"/>
          <p:cNvSpPr txBox="1">
            <a:spLocks noGrp="1"/>
          </p:cNvSpPr>
          <p:nvPr>
            <p:ph type="title" idx="2" hasCustomPrompt="1"/>
          </p:nvPr>
        </p:nvSpPr>
        <p:spPr>
          <a:xfrm>
            <a:off x="790450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grpSp>
        <p:nvGrpSpPr>
          <p:cNvPr id="8282" name="Google Shape;8282;p17"/>
          <p:cNvGrpSpPr/>
          <p:nvPr/>
        </p:nvGrpSpPr>
        <p:grpSpPr>
          <a:xfrm>
            <a:off x="6449654" y="3991276"/>
            <a:ext cx="1120238" cy="612226"/>
            <a:chOff x="4243175" y="1124500"/>
            <a:chExt cx="240250" cy="131300"/>
          </a:xfrm>
        </p:grpSpPr>
        <p:sp>
          <p:nvSpPr>
            <p:cNvPr id="8283" name="Google Shape;8283;p17"/>
            <p:cNvSpPr/>
            <p:nvPr/>
          </p:nvSpPr>
          <p:spPr>
            <a:xfrm>
              <a:off x="4352525" y="1124500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62" y="878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4" name="Google Shape;8284;p17"/>
            <p:cNvSpPr/>
            <p:nvPr/>
          </p:nvSpPr>
          <p:spPr>
            <a:xfrm>
              <a:off x="4352525" y="1146450"/>
              <a:ext cx="21575" cy="21950"/>
            </a:xfrm>
            <a:custGeom>
              <a:avLst/>
              <a:gdLst/>
              <a:ahLst/>
              <a:cxnLst/>
              <a:rect l="l" t="t" r="r" b="b"/>
              <a:pathLst>
                <a:path w="863" h="878" extrusionOk="0">
                  <a:moveTo>
                    <a:pt x="0" y="0"/>
                  </a:moveTo>
                  <a:lnTo>
                    <a:pt x="0" y="878"/>
                  </a:lnTo>
                  <a:lnTo>
                    <a:pt x="862" y="878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5" name="Google Shape;8285;p17"/>
            <p:cNvSpPr/>
            <p:nvPr/>
          </p:nvSpPr>
          <p:spPr>
            <a:xfrm>
              <a:off x="4243175" y="11683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9"/>
                  </a:lnTo>
                  <a:lnTo>
                    <a:pt x="879" y="879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6" name="Google Shape;8286;p17"/>
            <p:cNvSpPr/>
            <p:nvPr/>
          </p:nvSpPr>
          <p:spPr>
            <a:xfrm>
              <a:off x="4330575" y="11683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0" y="1"/>
                  </a:moveTo>
                  <a:lnTo>
                    <a:pt x="0" y="879"/>
                  </a:lnTo>
                  <a:lnTo>
                    <a:pt x="878" y="879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7" name="Google Shape;8287;p17"/>
            <p:cNvSpPr/>
            <p:nvPr/>
          </p:nvSpPr>
          <p:spPr>
            <a:xfrm>
              <a:off x="4352525" y="116837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1"/>
                  </a:moveTo>
                  <a:lnTo>
                    <a:pt x="0" y="879"/>
                  </a:lnTo>
                  <a:lnTo>
                    <a:pt x="862" y="879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8" name="Google Shape;8288;p17"/>
            <p:cNvSpPr/>
            <p:nvPr/>
          </p:nvSpPr>
          <p:spPr>
            <a:xfrm>
              <a:off x="4374075" y="1168375"/>
              <a:ext cx="21950" cy="21975"/>
            </a:xfrm>
            <a:custGeom>
              <a:avLst/>
              <a:gdLst/>
              <a:ahLst/>
              <a:cxnLst/>
              <a:rect l="l" t="t" r="r" b="b"/>
              <a:pathLst>
                <a:path w="878" h="879" extrusionOk="0">
                  <a:moveTo>
                    <a:pt x="0" y="1"/>
                  </a:moveTo>
                  <a:lnTo>
                    <a:pt x="0" y="879"/>
                  </a:lnTo>
                  <a:lnTo>
                    <a:pt x="878" y="879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9" name="Google Shape;8289;p17"/>
            <p:cNvSpPr/>
            <p:nvPr/>
          </p:nvSpPr>
          <p:spPr>
            <a:xfrm>
              <a:off x="4243175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79" y="863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0" name="Google Shape;8290;p17"/>
            <p:cNvSpPr/>
            <p:nvPr/>
          </p:nvSpPr>
          <p:spPr>
            <a:xfrm>
              <a:off x="4265125" y="1190325"/>
              <a:ext cx="21575" cy="21575"/>
            </a:xfrm>
            <a:custGeom>
              <a:avLst/>
              <a:gdLst/>
              <a:ahLst/>
              <a:cxnLst/>
              <a:rect l="l" t="t" r="r" b="b"/>
              <a:pathLst>
                <a:path w="863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63" y="863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1" name="Google Shape;8291;p17"/>
            <p:cNvSpPr/>
            <p:nvPr/>
          </p:nvSpPr>
          <p:spPr>
            <a:xfrm>
              <a:off x="4308625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78" y="863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292;p17"/>
            <p:cNvSpPr/>
            <p:nvPr/>
          </p:nvSpPr>
          <p:spPr>
            <a:xfrm>
              <a:off x="4330575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0" y="1"/>
                  </a:moveTo>
                  <a:lnTo>
                    <a:pt x="0" y="863"/>
                  </a:lnTo>
                  <a:lnTo>
                    <a:pt x="878" y="863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3" name="Google Shape;8293;p17"/>
            <p:cNvSpPr/>
            <p:nvPr/>
          </p:nvSpPr>
          <p:spPr>
            <a:xfrm>
              <a:off x="4352525" y="1190325"/>
              <a:ext cx="21575" cy="21575"/>
            </a:xfrm>
            <a:custGeom>
              <a:avLst/>
              <a:gdLst/>
              <a:ahLst/>
              <a:cxnLst/>
              <a:rect l="l" t="t" r="r" b="b"/>
              <a:pathLst>
                <a:path w="863" h="863" extrusionOk="0">
                  <a:moveTo>
                    <a:pt x="0" y="1"/>
                  </a:moveTo>
                  <a:lnTo>
                    <a:pt x="0" y="863"/>
                  </a:lnTo>
                  <a:lnTo>
                    <a:pt x="862" y="863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4" name="Google Shape;8294;p17"/>
            <p:cNvSpPr/>
            <p:nvPr/>
          </p:nvSpPr>
          <p:spPr>
            <a:xfrm>
              <a:off x="4374075" y="1190325"/>
              <a:ext cx="21950" cy="21575"/>
            </a:xfrm>
            <a:custGeom>
              <a:avLst/>
              <a:gdLst/>
              <a:ahLst/>
              <a:cxnLst/>
              <a:rect l="l" t="t" r="r" b="b"/>
              <a:pathLst>
                <a:path w="878" h="863" extrusionOk="0">
                  <a:moveTo>
                    <a:pt x="0" y="1"/>
                  </a:moveTo>
                  <a:lnTo>
                    <a:pt x="0" y="863"/>
                  </a:lnTo>
                  <a:lnTo>
                    <a:pt x="878" y="863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295;p17"/>
            <p:cNvSpPr/>
            <p:nvPr/>
          </p:nvSpPr>
          <p:spPr>
            <a:xfrm>
              <a:off x="4396000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79" y="863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296;p17"/>
            <p:cNvSpPr/>
            <p:nvPr/>
          </p:nvSpPr>
          <p:spPr>
            <a:xfrm>
              <a:off x="4439900" y="1190325"/>
              <a:ext cx="21575" cy="21575"/>
            </a:xfrm>
            <a:custGeom>
              <a:avLst/>
              <a:gdLst/>
              <a:ahLst/>
              <a:cxnLst/>
              <a:rect l="l" t="t" r="r" b="b"/>
              <a:pathLst>
                <a:path w="863" h="863" extrusionOk="0">
                  <a:moveTo>
                    <a:pt x="0" y="1"/>
                  </a:moveTo>
                  <a:lnTo>
                    <a:pt x="0" y="863"/>
                  </a:lnTo>
                  <a:lnTo>
                    <a:pt x="863" y="863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297;p17"/>
            <p:cNvSpPr/>
            <p:nvPr/>
          </p:nvSpPr>
          <p:spPr>
            <a:xfrm>
              <a:off x="4243175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298;p17"/>
            <p:cNvSpPr/>
            <p:nvPr/>
          </p:nvSpPr>
          <p:spPr>
            <a:xfrm>
              <a:off x="4265125" y="121187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63" y="878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299;p17"/>
            <p:cNvSpPr/>
            <p:nvPr/>
          </p:nvSpPr>
          <p:spPr>
            <a:xfrm>
              <a:off x="4286675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00;p17"/>
            <p:cNvSpPr/>
            <p:nvPr/>
          </p:nvSpPr>
          <p:spPr>
            <a:xfrm>
              <a:off x="4308625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1" name="Google Shape;8301;p17"/>
            <p:cNvSpPr/>
            <p:nvPr/>
          </p:nvSpPr>
          <p:spPr>
            <a:xfrm>
              <a:off x="4330575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0" y="1"/>
                  </a:moveTo>
                  <a:lnTo>
                    <a:pt x="0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02;p17"/>
            <p:cNvSpPr/>
            <p:nvPr/>
          </p:nvSpPr>
          <p:spPr>
            <a:xfrm>
              <a:off x="4352525" y="121187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1"/>
                  </a:moveTo>
                  <a:lnTo>
                    <a:pt x="0" y="878"/>
                  </a:lnTo>
                  <a:lnTo>
                    <a:pt x="862" y="878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17"/>
            <p:cNvSpPr/>
            <p:nvPr/>
          </p:nvSpPr>
          <p:spPr>
            <a:xfrm>
              <a:off x="4374075" y="1211875"/>
              <a:ext cx="21950" cy="21975"/>
            </a:xfrm>
            <a:custGeom>
              <a:avLst/>
              <a:gdLst/>
              <a:ahLst/>
              <a:cxnLst/>
              <a:rect l="l" t="t" r="r" b="b"/>
              <a:pathLst>
                <a:path w="878" h="879" extrusionOk="0">
                  <a:moveTo>
                    <a:pt x="0" y="1"/>
                  </a:moveTo>
                  <a:lnTo>
                    <a:pt x="0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17"/>
            <p:cNvSpPr/>
            <p:nvPr/>
          </p:nvSpPr>
          <p:spPr>
            <a:xfrm>
              <a:off x="4396000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17"/>
            <p:cNvSpPr/>
            <p:nvPr/>
          </p:nvSpPr>
          <p:spPr>
            <a:xfrm>
              <a:off x="4417950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17"/>
            <p:cNvSpPr/>
            <p:nvPr/>
          </p:nvSpPr>
          <p:spPr>
            <a:xfrm>
              <a:off x="4439900" y="121187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1"/>
                  </a:moveTo>
                  <a:lnTo>
                    <a:pt x="0" y="878"/>
                  </a:lnTo>
                  <a:lnTo>
                    <a:pt x="863" y="878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17"/>
            <p:cNvSpPr/>
            <p:nvPr/>
          </p:nvSpPr>
          <p:spPr>
            <a:xfrm>
              <a:off x="4243175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17"/>
            <p:cNvSpPr/>
            <p:nvPr/>
          </p:nvSpPr>
          <p:spPr>
            <a:xfrm>
              <a:off x="4265125" y="123382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63" y="878"/>
                  </a:lnTo>
                  <a:lnTo>
                    <a:pt x="8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09;p17"/>
            <p:cNvSpPr/>
            <p:nvPr/>
          </p:nvSpPr>
          <p:spPr>
            <a:xfrm>
              <a:off x="4286675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10;p17"/>
            <p:cNvSpPr/>
            <p:nvPr/>
          </p:nvSpPr>
          <p:spPr>
            <a:xfrm>
              <a:off x="4308625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17"/>
            <p:cNvSpPr/>
            <p:nvPr/>
          </p:nvSpPr>
          <p:spPr>
            <a:xfrm>
              <a:off x="4330575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12;p17"/>
            <p:cNvSpPr/>
            <p:nvPr/>
          </p:nvSpPr>
          <p:spPr>
            <a:xfrm>
              <a:off x="4352525" y="123382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62" y="878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13;p17"/>
            <p:cNvSpPr/>
            <p:nvPr/>
          </p:nvSpPr>
          <p:spPr>
            <a:xfrm>
              <a:off x="4374075" y="1233825"/>
              <a:ext cx="21950" cy="21975"/>
            </a:xfrm>
            <a:custGeom>
              <a:avLst/>
              <a:gdLst/>
              <a:ahLst/>
              <a:cxnLst/>
              <a:rect l="l" t="t" r="r" b="b"/>
              <a:pathLst>
                <a:path w="878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14;p17"/>
            <p:cNvSpPr/>
            <p:nvPr/>
          </p:nvSpPr>
          <p:spPr>
            <a:xfrm>
              <a:off x="4396000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15;p17"/>
            <p:cNvSpPr/>
            <p:nvPr/>
          </p:nvSpPr>
          <p:spPr>
            <a:xfrm>
              <a:off x="4417950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16;p17"/>
            <p:cNvSpPr/>
            <p:nvPr/>
          </p:nvSpPr>
          <p:spPr>
            <a:xfrm>
              <a:off x="4439900" y="123382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63" y="878"/>
                  </a:lnTo>
                  <a:lnTo>
                    <a:pt x="8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17;p17"/>
            <p:cNvSpPr/>
            <p:nvPr/>
          </p:nvSpPr>
          <p:spPr>
            <a:xfrm>
              <a:off x="4461450" y="11683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9"/>
                  </a:lnTo>
                  <a:lnTo>
                    <a:pt x="878" y="879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18;p17"/>
            <p:cNvSpPr/>
            <p:nvPr/>
          </p:nvSpPr>
          <p:spPr>
            <a:xfrm>
              <a:off x="4461450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78" y="863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9" name="Google Shape;8319;p17"/>
            <p:cNvSpPr/>
            <p:nvPr/>
          </p:nvSpPr>
          <p:spPr>
            <a:xfrm>
              <a:off x="4461450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20;p17"/>
            <p:cNvSpPr/>
            <p:nvPr/>
          </p:nvSpPr>
          <p:spPr>
            <a:xfrm>
              <a:off x="4461450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21" name="Google Shape;8321;p17"/>
          <p:cNvGrpSpPr/>
          <p:nvPr/>
        </p:nvGrpSpPr>
        <p:grpSpPr>
          <a:xfrm>
            <a:off x="7374357" y="1229181"/>
            <a:ext cx="1049633" cy="523940"/>
            <a:chOff x="138482" y="584556"/>
            <a:chExt cx="1049633" cy="523940"/>
          </a:xfrm>
        </p:grpSpPr>
        <p:sp>
          <p:nvSpPr>
            <p:cNvPr id="8322" name="Google Shape;8322;p1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23;p1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24;p1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25;p1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26;p1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27;p1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1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29;p1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1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1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1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1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1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1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1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7" name="Google Shape;8337;p17"/>
          <p:cNvGrpSpPr/>
          <p:nvPr/>
        </p:nvGrpSpPr>
        <p:grpSpPr>
          <a:xfrm flipH="1">
            <a:off x="4047182" y="540006"/>
            <a:ext cx="1049633" cy="523940"/>
            <a:chOff x="138482" y="584556"/>
            <a:chExt cx="1049633" cy="523940"/>
          </a:xfrm>
        </p:grpSpPr>
        <p:sp>
          <p:nvSpPr>
            <p:cNvPr id="8338" name="Google Shape;8338;p1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1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1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1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1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1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1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1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1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1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1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1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1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1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1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4_1">
    <p:spTree>
      <p:nvGrpSpPr>
        <p:cNvPr id="1" name="Shape 8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54" name="Google Shape;8354;p18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8355" name="Google Shape;8355;p18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8356" name="Google Shape;8356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7" name="Google Shape;8357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8" name="Google Shape;8358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9" name="Google Shape;8359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0" name="Google Shape;8360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1" name="Google Shape;8361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2" name="Google Shape;8362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3" name="Google Shape;8363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4" name="Google Shape;8364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5" name="Google Shape;8365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6" name="Google Shape;8366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7" name="Google Shape;8367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8" name="Google Shape;8368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9" name="Google Shape;8369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0" name="Google Shape;8370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1" name="Google Shape;8371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2" name="Google Shape;8372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3" name="Google Shape;8373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4" name="Google Shape;8374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5" name="Google Shape;8375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6" name="Google Shape;8376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7" name="Google Shape;8377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8" name="Google Shape;8378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9" name="Google Shape;8379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0" name="Google Shape;8380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1" name="Google Shape;8381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2" name="Google Shape;8382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3" name="Google Shape;8383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4" name="Google Shape;8384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5" name="Google Shape;8385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6" name="Google Shape;8386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7" name="Google Shape;8387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8" name="Google Shape;8388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9" name="Google Shape;8389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0" name="Google Shape;8390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1" name="Google Shape;8391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2" name="Google Shape;8392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3" name="Google Shape;8393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4" name="Google Shape;8394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5" name="Google Shape;8395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6" name="Google Shape;8396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7" name="Google Shape;8397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8" name="Google Shape;8398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99" name="Google Shape;8399;p18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8400" name="Google Shape;8400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1" name="Google Shape;8401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2" name="Google Shape;8402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3" name="Google Shape;8403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4" name="Google Shape;8404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5" name="Google Shape;8405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6" name="Google Shape;8406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7" name="Google Shape;8407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8" name="Google Shape;8408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9" name="Google Shape;8409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0" name="Google Shape;8410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1" name="Google Shape;8411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2" name="Google Shape;8412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3" name="Google Shape;8413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4" name="Google Shape;8414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5" name="Google Shape;8415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6" name="Google Shape;8416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7" name="Google Shape;8417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8" name="Google Shape;8418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9" name="Google Shape;8419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0" name="Google Shape;8420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1" name="Google Shape;8421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2" name="Google Shape;8422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3" name="Google Shape;8423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4" name="Google Shape;8424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5" name="Google Shape;8425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6" name="Google Shape;8426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7" name="Google Shape;8427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8" name="Google Shape;8428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9" name="Google Shape;8429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0" name="Google Shape;8430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1" name="Google Shape;8431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2" name="Google Shape;8432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3" name="Google Shape;8433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4" name="Google Shape;8434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5" name="Google Shape;8435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6" name="Google Shape;8436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7" name="Google Shape;8437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8" name="Google Shape;8438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9" name="Google Shape;8439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0" name="Google Shape;8440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1" name="Google Shape;8441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2" name="Google Shape;8442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43" name="Google Shape;8443;p18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8444" name="Google Shape;8444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5" name="Google Shape;8445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6" name="Google Shape;8446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7" name="Google Shape;8447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8" name="Google Shape;8448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9" name="Google Shape;8449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0" name="Google Shape;8450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1" name="Google Shape;8451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2" name="Google Shape;8452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3" name="Google Shape;8453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4" name="Google Shape;8454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5" name="Google Shape;8455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6" name="Google Shape;8456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7" name="Google Shape;8457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8" name="Google Shape;8458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9" name="Google Shape;8459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0" name="Google Shape;8460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1" name="Google Shape;8461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2" name="Google Shape;8462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3" name="Google Shape;8463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4" name="Google Shape;8464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5" name="Google Shape;8465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6" name="Google Shape;8466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7" name="Google Shape;8467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8" name="Google Shape;8468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9" name="Google Shape;8469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0" name="Google Shape;8470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1" name="Google Shape;8471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2" name="Google Shape;8472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3" name="Google Shape;8473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4" name="Google Shape;8474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5" name="Google Shape;8475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6" name="Google Shape;8476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7" name="Google Shape;8477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8" name="Google Shape;8478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9" name="Google Shape;8479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0" name="Google Shape;8480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1" name="Google Shape;8481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2" name="Google Shape;8482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3" name="Google Shape;8483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4" name="Google Shape;8484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5" name="Google Shape;8485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6" name="Google Shape;8486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87" name="Google Shape;8487;p18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8488" name="Google Shape;8488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9" name="Google Shape;8489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0" name="Google Shape;8490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1" name="Google Shape;8491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2" name="Google Shape;8492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3" name="Google Shape;8493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4" name="Google Shape;8494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5" name="Google Shape;8495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6" name="Google Shape;8496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7" name="Google Shape;8497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8" name="Google Shape;8498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9" name="Google Shape;8499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0" name="Google Shape;8500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1" name="Google Shape;8501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2" name="Google Shape;8502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3" name="Google Shape;8503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4" name="Google Shape;8504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5" name="Google Shape;8505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6" name="Google Shape;8506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7" name="Google Shape;8507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8" name="Google Shape;8508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9" name="Google Shape;8509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0" name="Google Shape;8510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1" name="Google Shape;8511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2" name="Google Shape;8512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3" name="Google Shape;8513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4" name="Google Shape;8514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5" name="Google Shape;8515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6" name="Google Shape;8516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7" name="Google Shape;8517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8" name="Google Shape;8518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9" name="Google Shape;8519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0" name="Google Shape;8520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1" name="Google Shape;8521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2" name="Google Shape;8522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3" name="Google Shape;8523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4" name="Google Shape;8524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5" name="Google Shape;8525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6" name="Google Shape;8526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7" name="Google Shape;8527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8" name="Google Shape;8528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9" name="Google Shape;8529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0" name="Google Shape;8530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31" name="Google Shape;8531;p18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8532" name="Google Shape;8532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3" name="Google Shape;8533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4" name="Google Shape;8534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5" name="Google Shape;8535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6" name="Google Shape;8536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7" name="Google Shape;8537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8" name="Google Shape;8538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9" name="Google Shape;8539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0" name="Google Shape;8540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1" name="Google Shape;8541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2" name="Google Shape;8542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3" name="Google Shape;8543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4" name="Google Shape;8544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5" name="Google Shape;8545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6" name="Google Shape;8546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7" name="Google Shape;8547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8" name="Google Shape;8548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9" name="Google Shape;8549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0" name="Google Shape;8550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1" name="Google Shape;8551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2" name="Google Shape;8552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3" name="Google Shape;8553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4" name="Google Shape;8554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5" name="Google Shape;8555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6" name="Google Shape;8556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7" name="Google Shape;8557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8" name="Google Shape;8558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9" name="Google Shape;8559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0" name="Google Shape;8560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1" name="Google Shape;8561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2" name="Google Shape;8562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3" name="Google Shape;8563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4" name="Google Shape;8564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5" name="Google Shape;8565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6" name="Google Shape;8566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7" name="Google Shape;8567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8" name="Google Shape;8568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9" name="Google Shape;8569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0" name="Google Shape;8570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1" name="Google Shape;8571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2" name="Google Shape;8572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3" name="Google Shape;8573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4" name="Google Shape;8574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75" name="Google Shape;8575;p18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8576" name="Google Shape;8576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7" name="Google Shape;8577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8" name="Google Shape;8578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9" name="Google Shape;8579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0" name="Google Shape;8580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1" name="Google Shape;8581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2" name="Google Shape;8582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3" name="Google Shape;8583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4" name="Google Shape;8584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5" name="Google Shape;8585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6" name="Google Shape;8586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7" name="Google Shape;8587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8" name="Google Shape;8588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9" name="Google Shape;8589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0" name="Google Shape;8590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1" name="Google Shape;8591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2" name="Google Shape;8592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3" name="Google Shape;8593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4" name="Google Shape;8594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5" name="Google Shape;8595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6" name="Google Shape;8596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7" name="Google Shape;8597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8" name="Google Shape;8598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9" name="Google Shape;8599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0" name="Google Shape;8600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1" name="Google Shape;8601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2" name="Google Shape;8602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3" name="Google Shape;8603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4" name="Google Shape;8604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5" name="Google Shape;8605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6" name="Google Shape;8606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7" name="Google Shape;8607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8" name="Google Shape;8608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9" name="Google Shape;8609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0" name="Google Shape;8610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1" name="Google Shape;8611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2" name="Google Shape;8612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3" name="Google Shape;8613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4" name="Google Shape;8614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5" name="Google Shape;8615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6" name="Google Shape;8616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7" name="Google Shape;8617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8" name="Google Shape;8618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19" name="Google Shape;8619;p18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8620" name="Google Shape;8620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1" name="Google Shape;8621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2" name="Google Shape;8622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3" name="Google Shape;8623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4" name="Google Shape;8624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5" name="Google Shape;8625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6" name="Google Shape;8626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7" name="Google Shape;8627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8" name="Google Shape;8628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9" name="Google Shape;8629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0" name="Google Shape;8630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1" name="Google Shape;8631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2" name="Google Shape;8632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3" name="Google Shape;8633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4" name="Google Shape;8634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5" name="Google Shape;8635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6" name="Google Shape;8636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7" name="Google Shape;8637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8" name="Google Shape;8638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9" name="Google Shape;8639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0" name="Google Shape;8640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1" name="Google Shape;8641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2" name="Google Shape;8642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3" name="Google Shape;8643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4" name="Google Shape;8644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5" name="Google Shape;8645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6" name="Google Shape;8646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7" name="Google Shape;8647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8" name="Google Shape;8648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9" name="Google Shape;8649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0" name="Google Shape;8650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1" name="Google Shape;8651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2" name="Google Shape;8652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3" name="Google Shape;8653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4" name="Google Shape;8654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5" name="Google Shape;8655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6" name="Google Shape;8656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7" name="Google Shape;8657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8" name="Google Shape;8658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9" name="Google Shape;8659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0" name="Google Shape;8660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1" name="Google Shape;8661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2" name="Google Shape;8662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3" name="Google Shape;8663;p18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8664" name="Google Shape;8664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5" name="Google Shape;8665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6" name="Google Shape;8666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7" name="Google Shape;8667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8" name="Google Shape;8668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9" name="Google Shape;8669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0" name="Google Shape;8670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1" name="Google Shape;8671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2" name="Google Shape;8672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3" name="Google Shape;8673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4" name="Google Shape;8674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5" name="Google Shape;8675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6" name="Google Shape;8676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7" name="Google Shape;8677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8" name="Google Shape;8678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9" name="Google Shape;8679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0" name="Google Shape;8680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1" name="Google Shape;8681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2" name="Google Shape;8682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3" name="Google Shape;8683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4" name="Google Shape;8684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5" name="Google Shape;8685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6" name="Google Shape;8686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7" name="Google Shape;8687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8" name="Google Shape;8688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9" name="Google Shape;8689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0" name="Google Shape;8690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1" name="Google Shape;8691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2" name="Google Shape;8692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3" name="Google Shape;8693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4" name="Google Shape;8694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5" name="Google Shape;8695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6" name="Google Shape;8696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7" name="Google Shape;8697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8" name="Google Shape;8698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9" name="Google Shape;8699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0" name="Google Shape;8700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1" name="Google Shape;8701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2" name="Google Shape;8702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3" name="Google Shape;8703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4" name="Google Shape;8704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5" name="Google Shape;8705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6" name="Google Shape;8706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07" name="Google Shape;8707;p18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8708" name="Google Shape;8708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9" name="Google Shape;8709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0" name="Google Shape;8710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1" name="Google Shape;8711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2" name="Google Shape;8712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3" name="Google Shape;8713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4" name="Google Shape;8714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5" name="Google Shape;8715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6" name="Google Shape;8716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7" name="Google Shape;8717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8" name="Google Shape;8718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9" name="Google Shape;8719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0" name="Google Shape;8720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1" name="Google Shape;8721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2" name="Google Shape;8722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3" name="Google Shape;8723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4" name="Google Shape;8724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5" name="Google Shape;8725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6" name="Google Shape;8726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7" name="Google Shape;8727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8" name="Google Shape;8728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9" name="Google Shape;8729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0" name="Google Shape;8730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1" name="Google Shape;8731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2" name="Google Shape;8732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3" name="Google Shape;8733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4" name="Google Shape;8734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5" name="Google Shape;8735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6" name="Google Shape;8736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7" name="Google Shape;8737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8" name="Google Shape;8738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9" name="Google Shape;8739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0" name="Google Shape;8740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1" name="Google Shape;8741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2" name="Google Shape;8742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3" name="Google Shape;8743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4" name="Google Shape;8744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5" name="Google Shape;8745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6" name="Google Shape;8746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7" name="Google Shape;8747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8" name="Google Shape;8748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9" name="Google Shape;8749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0" name="Google Shape;8750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751" name="Google Shape;8751;p18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8752" name="Google Shape;8752;p18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8753" name="Google Shape;8753;p18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4" name="Google Shape;8754;p18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5" name="Google Shape;8755;p18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6" name="Google Shape;8756;p18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7" name="Google Shape;8757;p18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8" name="Google Shape;8758;p18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9" name="Google Shape;8759;p18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0" name="Google Shape;8760;p18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1" name="Google Shape;8761;p18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2" name="Google Shape;8762;p18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3" name="Google Shape;8763;p18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4" name="Google Shape;8764;p18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5" name="Google Shape;8765;p18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6" name="Google Shape;8766;p18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7" name="Google Shape;8767;p18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8" name="Google Shape;8768;p18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9" name="Google Shape;8769;p18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0" name="Google Shape;8770;p18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1" name="Google Shape;8771;p18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2" name="Google Shape;8772;p18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3" name="Google Shape;8773;p18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4" name="Google Shape;8774;p18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5" name="Google Shape;8775;p18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6" name="Google Shape;8776;p18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7" name="Google Shape;8777;p18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8" name="Google Shape;8778;p18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9" name="Google Shape;8779;p18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80" name="Google Shape;8780;p18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8781" name="Google Shape;8781;p18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2" name="Google Shape;8782;p18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3" name="Google Shape;8783;p18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4" name="Google Shape;8784;p18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5" name="Google Shape;8785;p18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6" name="Google Shape;8786;p18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7" name="Google Shape;8787;p18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8" name="Google Shape;8788;p18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9" name="Google Shape;8789;p18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0" name="Google Shape;8790;p18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1" name="Google Shape;8791;p18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2" name="Google Shape;8792;p18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3" name="Google Shape;8793;p18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4" name="Google Shape;8794;p18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5" name="Google Shape;8795;p18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6" name="Google Shape;8796;p18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7" name="Google Shape;8797;p18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8" name="Google Shape;8798;p18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9" name="Google Shape;8799;p18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0" name="Google Shape;8800;p18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1" name="Google Shape;8801;p18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2" name="Google Shape;8802;p18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3" name="Google Shape;8803;p18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4" name="Google Shape;8804;p18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5" name="Google Shape;8805;p18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6" name="Google Shape;8806;p18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7" name="Google Shape;8807;p18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8" name="Google Shape;8808;p18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8809" name="Google Shape;8809;p18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0" name="Google Shape;8810;p18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1" name="Google Shape;8811;p18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2" name="Google Shape;8812;p18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3" name="Google Shape;8813;p18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4" name="Google Shape;8814;p18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5" name="Google Shape;8815;p18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6" name="Google Shape;8816;p18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7" name="Google Shape;8817;p18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8" name="Google Shape;8818;p18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9" name="Google Shape;8819;p18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0" name="Google Shape;8820;p18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1" name="Google Shape;8821;p18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2" name="Google Shape;8822;p18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3" name="Google Shape;8823;p18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4" name="Google Shape;8824;p18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5" name="Google Shape;8825;p18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6" name="Google Shape;8826;p18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7" name="Google Shape;8827;p18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8" name="Google Shape;8828;p18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9" name="Google Shape;8829;p18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0" name="Google Shape;8830;p18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1" name="Google Shape;8831;p18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2" name="Google Shape;8832;p18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3" name="Google Shape;8833;p18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4" name="Google Shape;8834;p18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5" name="Google Shape;8835;p18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836" name="Google Shape;8836;p18"/>
          <p:cNvSpPr txBox="1">
            <a:spLocks noGrp="1"/>
          </p:cNvSpPr>
          <p:nvPr>
            <p:ph type="title"/>
          </p:nvPr>
        </p:nvSpPr>
        <p:spPr>
          <a:xfrm>
            <a:off x="35322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837" name="Google Shape;8837;p18"/>
          <p:cNvSpPr txBox="1">
            <a:spLocks noGrp="1"/>
          </p:cNvSpPr>
          <p:nvPr>
            <p:ph type="subTitle" idx="1"/>
          </p:nvPr>
        </p:nvSpPr>
        <p:spPr>
          <a:xfrm>
            <a:off x="3716550" y="3500100"/>
            <a:ext cx="47073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38" name="Google Shape;8838;p18"/>
          <p:cNvSpPr txBox="1">
            <a:spLocks noGrp="1"/>
          </p:cNvSpPr>
          <p:nvPr>
            <p:ph type="title" idx="2" hasCustomPrompt="1"/>
          </p:nvPr>
        </p:nvSpPr>
        <p:spPr>
          <a:xfrm>
            <a:off x="6955575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grpSp>
        <p:nvGrpSpPr>
          <p:cNvPr id="8839" name="Google Shape;8839;p18"/>
          <p:cNvGrpSpPr/>
          <p:nvPr/>
        </p:nvGrpSpPr>
        <p:grpSpPr>
          <a:xfrm>
            <a:off x="720288" y="3854987"/>
            <a:ext cx="748469" cy="748491"/>
            <a:chOff x="3296450" y="2545375"/>
            <a:chExt cx="212025" cy="212025"/>
          </a:xfrm>
        </p:grpSpPr>
        <p:sp>
          <p:nvSpPr>
            <p:cNvPr id="8840" name="Google Shape;8840;p18"/>
            <p:cNvSpPr/>
            <p:nvPr/>
          </p:nvSpPr>
          <p:spPr>
            <a:xfrm>
              <a:off x="3417550" y="25453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0"/>
                  </a:moveTo>
                  <a:lnTo>
                    <a:pt x="0" y="1207"/>
                  </a:lnTo>
                  <a:lnTo>
                    <a:pt x="1207" y="1207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1" name="Google Shape;8841;p18"/>
            <p:cNvSpPr/>
            <p:nvPr/>
          </p:nvSpPr>
          <p:spPr>
            <a:xfrm>
              <a:off x="3386975" y="2575550"/>
              <a:ext cx="30600" cy="30575"/>
            </a:xfrm>
            <a:custGeom>
              <a:avLst/>
              <a:gdLst/>
              <a:ahLst/>
              <a:cxnLst/>
              <a:rect l="l" t="t" r="r" b="b"/>
              <a:pathLst>
                <a:path w="1224" h="1223" extrusionOk="0">
                  <a:moveTo>
                    <a:pt x="1" y="0"/>
                  </a:moveTo>
                  <a:lnTo>
                    <a:pt x="1" y="1223"/>
                  </a:lnTo>
                  <a:lnTo>
                    <a:pt x="1223" y="1223"/>
                  </a:lnTo>
                  <a:lnTo>
                    <a:pt x="12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2" name="Google Shape;8842;p18"/>
            <p:cNvSpPr/>
            <p:nvPr/>
          </p:nvSpPr>
          <p:spPr>
            <a:xfrm>
              <a:off x="3296450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3" name="Google Shape;8843;p18"/>
            <p:cNvSpPr/>
            <p:nvPr/>
          </p:nvSpPr>
          <p:spPr>
            <a:xfrm>
              <a:off x="3326625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4" name="Google Shape;8844;p18"/>
            <p:cNvSpPr/>
            <p:nvPr/>
          </p:nvSpPr>
          <p:spPr>
            <a:xfrm>
              <a:off x="3356800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5" name="Google Shape;8845;p18"/>
            <p:cNvSpPr/>
            <p:nvPr/>
          </p:nvSpPr>
          <p:spPr>
            <a:xfrm>
              <a:off x="3386975" y="2606100"/>
              <a:ext cx="30600" cy="30200"/>
            </a:xfrm>
            <a:custGeom>
              <a:avLst/>
              <a:gdLst/>
              <a:ahLst/>
              <a:cxnLst/>
              <a:rect l="l" t="t" r="r" b="b"/>
              <a:pathLst>
                <a:path w="1224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6" name="Google Shape;8846;p18"/>
            <p:cNvSpPr/>
            <p:nvPr/>
          </p:nvSpPr>
          <p:spPr>
            <a:xfrm>
              <a:off x="3417550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7" name="Google Shape;8847;p18"/>
            <p:cNvSpPr/>
            <p:nvPr/>
          </p:nvSpPr>
          <p:spPr>
            <a:xfrm>
              <a:off x="3447725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8" name="Google Shape;8848;p18"/>
            <p:cNvSpPr/>
            <p:nvPr/>
          </p:nvSpPr>
          <p:spPr>
            <a:xfrm>
              <a:off x="3296450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9" name="Google Shape;8849;p18"/>
            <p:cNvSpPr/>
            <p:nvPr/>
          </p:nvSpPr>
          <p:spPr>
            <a:xfrm>
              <a:off x="3326625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0" name="Google Shape;8850;p18"/>
            <p:cNvSpPr/>
            <p:nvPr/>
          </p:nvSpPr>
          <p:spPr>
            <a:xfrm>
              <a:off x="3356800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1" name="Google Shape;8851;p18"/>
            <p:cNvSpPr/>
            <p:nvPr/>
          </p:nvSpPr>
          <p:spPr>
            <a:xfrm>
              <a:off x="3386975" y="2636275"/>
              <a:ext cx="30600" cy="30200"/>
            </a:xfrm>
            <a:custGeom>
              <a:avLst/>
              <a:gdLst/>
              <a:ahLst/>
              <a:cxnLst/>
              <a:rect l="l" t="t" r="r" b="b"/>
              <a:pathLst>
                <a:path w="1224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2" name="Google Shape;8852;p18"/>
            <p:cNvSpPr/>
            <p:nvPr/>
          </p:nvSpPr>
          <p:spPr>
            <a:xfrm>
              <a:off x="3417550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3" name="Google Shape;8853;p18"/>
            <p:cNvSpPr/>
            <p:nvPr/>
          </p:nvSpPr>
          <p:spPr>
            <a:xfrm>
              <a:off x="3447725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4" name="Google Shape;8854;p18"/>
            <p:cNvSpPr/>
            <p:nvPr/>
          </p:nvSpPr>
          <p:spPr>
            <a:xfrm>
              <a:off x="3296450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5" name="Google Shape;8855;p18"/>
            <p:cNvSpPr/>
            <p:nvPr/>
          </p:nvSpPr>
          <p:spPr>
            <a:xfrm>
              <a:off x="3326625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6" name="Google Shape;8856;p18"/>
            <p:cNvSpPr/>
            <p:nvPr/>
          </p:nvSpPr>
          <p:spPr>
            <a:xfrm>
              <a:off x="3356800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7" name="Google Shape;8857;p18"/>
            <p:cNvSpPr/>
            <p:nvPr/>
          </p:nvSpPr>
          <p:spPr>
            <a:xfrm>
              <a:off x="3386975" y="2666450"/>
              <a:ext cx="30600" cy="30200"/>
            </a:xfrm>
            <a:custGeom>
              <a:avLst/>
              <a:gdLst/>
              <a:ahLst/>
              <a:cxnLst/>
              <a:rect l="l" t="t" r="r" b="b"/>
              <a:pathLst>
                <a:path w="1224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8" name="Google Shape;8858;p18"/>
            <p:cNvSpPr/>
            <p:nvPr/>
          </p:nvSpPr>
          <p:spPr>
            <a:xfrm>
              <a:off x="3417550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9" name="Google Shape;8859;p18"/>
            <p:cNvSpPr/>
            <p:nvPr/>
          </p:nvSpPr>
          <p:spPr>
            <a:xfrm>
              <a:off x="3447725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0" name="Google Shape;8860;p18"/>
            <p:cNvSpPr/>
            <p:nvPr/>
          </p:nvSpPr>
          <p:spPr>
            <a:xfrm>
              <a:off x="3296450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1" y="1"/>
                  </a:moveTo>
                  <a:lnTo>
                    <a:pt x="1" y="1223"/>
                  </a:lnTo>
                  <a:lnTo>
                    <a:pt x="1208" y="1223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1" name="Google Shape;8861;p18"/>
            <p:cNvSpPr/>
            <p:nvPr/>
          </p:nvSpPr>
          <p:spPr>
            <a:xfrm>
              <a:off x="3326625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1" y="1"/>
                  </a:moveTo>
                  <a:lnTo>
                    <a:pt x="1" y="1223"/>
                  </a:lnTo>
                  <a:lnTo>
                    <a:pt x="1208" y="1223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2" name="Google Shape;8862;p18"/>
            <p:cNvSpPr/>
            <p:nvPr/>
          </p:nvSpPr>
          <p:spPr>
            <a:xfrm>
              <a:off x="3356800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1" y="1"/>
                  </a:moveTo>
                  <a:lnTo>
                    <a:pt x="1" y="1223"/>
                  </a:lnTo>
                  <a:lnTo>
                    <a:pt x="1208" y="1223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3" name="Google Shape;8863;p18"/>
            <p:cNvSpPr/>
            <p:nvPr/>
          </p:nvSpPr>
          <p:spPr>
            <a:xfrm>
              <a:off x="3386975" y="2696625"/>
              <a:ext cx="30600" cy="30600"/>
            </a:xfrm>
            <a:custGeom>
              <a:avLst/>
              <a:gdLst/>
              <a:ahLst/>
              <a:cxnLst/>
              <a:rect l="l" t="t" r="r" b="b"/>
              <a:pathLst>
                <a:path w="1224" h="1224" extrusionOk="0">
                  <a:moveTo>
                    <a:pt x="1" y="1"/>
                  </a:moveTo>
                  <a:lnTo>
                    <a:pt x="1" y="1223"/>
                  </a:lnTo>
                  <a:lnTo>
                    <a:pt x="1223" y="1223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4" name="Google Shape;8864;p18"/>
            <p:cNvSpPr/>
            <p:nvPr/>
          </p:nvSpPr>
          <p:spPr>
            <a:xfrm>
              <a:off x="3417550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1207" y="1223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5" name="Google Shape;8865;p18"/>
            <p:cNvSpPr/>
            <p:nvPr/>
          </p:nvSpPr>
          <p:spPr>
            <a:xfrm>
              <a:off x="3447725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1207" y="1223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6" name="Google Shape;8866;p18"/>
            <p:cNvSpPr/>
            <p:nvPr/>
          </p:nvSpPr>
          <p:spPr>
            <a:xfrm>
              <a:off x="3326625" y="27272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0"/>
                  </a:moveTo>
                  <a:lnTo>
                    <a:pt x="1" y="1207"/>
                  </a:lnTo>
                  <a:lnTo>
                    <a:pt x="1208" y="1207"/>
                  </a:lnTo>
                  <a:lnTo>
                    <a:pt x="1208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7" name="Google Shape;8867;p18"/>
            <p:cNvSpPr/>
            <p:nvPr/>
          </p:nvSpPr>
          <p:spPr>
            <a:xfrm>
              <a:off x="3356800" y="27272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0"/>
                  </a:moveTo>
                  <a:lnTo>
                    <a:pt x="1" y="1207"/>
                  </a:lnTo>
                  <a:lnTo>
                    <a:pt x="1208" y="1207"/>
                  </a:lnTo>
                  <a:lnTo>
                    <a:pt x="12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8" name="Google Shape;8868;p18"/>
            <p:cNvSpPr/>
            <p:nvPr/>
          </p:nvSpPr>
          <p:spPr>
            <a:xfrm>
              <a:off x="3386975" y="2727200"/>
              <a:ext cx="30600" cy="30200"/>
            </a:xfrm>
            <a:custGeom>
              <a:avLst/>
              <a:gdLst/>
              <a:ahLst/>
              <a:cxnLst/>
              <a:rect l="l" t="t" r="r" b="b"/>
              <a:pathLst>
                <a:path w="1224" h="1208" extrusionOk="0">
                  <a:moveTo>
                    <a:pt x="1" y="0"/>
                  </a:moveTo>
                  <a:lnTo>
                    <a:pt x="1" y="1207"/>
                  </a:lnTo>
                  <a:lnTo>
                    <a:pt x="1223" y="1207"/>
                  </a:lnTo>
                  <a:lnTo>
                    <a:pt x="12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9" name="Google Shape;8869;p18"/>
            <p:cNvSpPr/>
            <p:nvPr/>
          </p:nvSpPr>
          <p:spPr>
            <a:xfrm>
              <a:off x="3417550" y="27272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0"/>
                  </a:moveTo>
                  <a:lnTo>
                    <a:pt x="0" y="1207"/>
                  </a:lnTo>
                  <a:lnTo>
                    <a:pt x="1207" y="1207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0" name="Google Shape;8870;p18"/>
            <p:cNvSpPr/>
            <p:nvPr/>
          </p:nvSpPr>
          <p:spPr>
            <a:xfrm>
              <a:off x="3447725" y="27272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0"/>
                  </a:moveTo>
                  <a:lnTo>
                    <a:pt x="0" y="1207"/>
                  </a:lnTo>
                  <a:lnTo>
                    <a:pt x="1207" y="1207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1" name="Google Shape;8871;p18"/>
            <p:cNvSpPr/>
            <p:nvPr/>
          </p:nvSpPr>
          <p:spPr>
            <a:xfrm>
              <a:off x="3477900" y="2606100"/>
              <a:ext cx="30575" cy="30200"/>
            </a:xfrm>
            <a:custGeom>
              <a:avLst/>
              <a:gdLst/>
              <a:ahLst/>
              <a:cxnLst/>
              <a:rect l="l" t="t" r="r" b="b"/>
              <a:pathLst>
                <a:path w="1223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2" name="Google Shape;8872;p18"/>
            <p:cNvSpPr/>
            <p:nvPr/>
          </p:nvSpPr>
          <p:spPr>
            <a:xfrm>
              <a:off x="3477900" y="2636275"/>
              <a:ext cx="30575" cy="30200"/>
            </a:xfrm>
            <a:custGeom>
              <a:avLst/>
              <a:gdLst/>
              <a:ahLst/>
              <a:cxnLst/>
              <a:rect l="l" t="t" r="r" b="b"/>
              <a:pathLst>
                <a:path w="1223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3" name="Google Shape;8873;p18"/>
            <p:cNvSpPr/>
            <p:nvPr/>
          </p:nvSpPr>
          <p:spPr>
            <a:xfrm>
              <a:off x="3477900" y="2666450"/>
              <a:ext cx="30575" cy="30200"/>
            </a:xfrm>
            <a:custGeom>
              <a:avLst/>
              <a:gdLst/>
              <a:ahLst/>
              <a:cxnLst/>
              <a:rect l="l" t="t" r="r" b="b"/>
              <a:pathLst>
                <a:path w="1223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4" name="Google Shape;8874;p18"/>
            <p:cNvSpPr/>
            <p:nvPr/>
          </p:nvSpPr>
          <p:spPr>
            <a:xfrm>
              <a:off x="3477900" y="2696625"/>
              <a:ext cx="30575" cy="30600"/>
            </a:xfrm>
            <a:custGeom>
              <a:avLst/>
              <a:gdLst/>
              <a:ahLst/>
              <a:cxnLst/>
              <a:rect l="l" t="t" r="r" b="b"/>
              <a:pathLst>
                <a:path w="1223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1223" y="1223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5" name="Google Shape;8875;p18"/>
          <p:cNvGrpSpPr/>
          <p:nvPr/>
        </p:nvGrpSpPr>
        <p:grpSpPr>
          <a:xfrm rot="10800000">
            <a:off x="2176911" y="2788893"/>
            <a:ext cx="698971" cy="1814615"/>
            <a:chOff x="5283950" y="3156675"/>
            <a:chExt cx="141900" cy="368375"/>
          </a:xfrm>
        </p:grpSpPr>
        <p:sp>
          <p:nvSpPr>
            <p:cNvPr id="8876" name="Google Shape;8876;p18"/>
            <p:cNvSpPr/>
            <p:nvPr/>
          </p:nvSpPr>
          <p:spPr>
            <a:xfrm>
              <a:off x="5369000" y="3156675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7" name="Google Shape;8877;p18"/>
            <p:cNvSpPr/>
            <p:nvPr/>
          </p:nvSpPr>
          <p:spPr>
            <a:xfrm>
              <a:off x="5340775" y="3156675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8" name="Google Shape;8878;p18"/>
            <p:cNvSpPr/>
            <p:nvPr/>
          </p:nvSpPr>
          <p:spPr>
            <a:xfrm>
              <a:off x="5312175" y="3156675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9" name="Google Shape;8879;p18"/>
            <p:cNvSpPr/>
            <p:nvPr/>
          </p:nvSpPr>
          <p:spPr>
            <a:xfrm>
              <a:off x="5369000" y="3184875"/>
              <a:ext cx="28225" cy="28650"/>
            </a:xfrm>
            <a:custGeom>
              <a:avLst/>
              <a:gdLst/>
              <a:ahLst/>
              <a:cxnLst/>
              <a:rect l="l" t="t" r="r" b="b"/>
              <a:pathLst>
                <a:path w="1129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29" y="1145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0" name="Google Shape;8880;p18"/>
            <p:cNvSpPr/>
            <p:nvPr/>
          </p:nvSpPr>
          <p:spPr>
            <a:xfrm>
              <a:off x="5340775" y="3184875"/>
              <a:ext cx="28250" cy="28650"/>
            </a:xfrm>
            <a:custGeom>
              <a:avLst/>
              <a:gdLst/>
              <a:ahLst/>
              <a:cxnLst/>
              <a:rect l="l" t="t" r="r" b="b"/>
              <a:pathLst>
                <a:path w="1130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29" y="1145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1" name="Google Shape;8881;p18"/>
            <p:cNvSpPr/>
            <p:nvPr/>
          </p:nvSpPr>
          <p:spPr>
            <a:xfrm>
              <a:off x="5312175" y="31848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2" name="Google Shape;8882;p18"/>
            <p:cNvSpPr/>
            <p:nvPr/>
          </p:nvSpPr>
          <p:spPr>
            <a:xfrm>
              <a:off x="5369000" y="3213500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3" name="Google Shape;8883;p18"/>
            <p:cNvSpPr/>
            <p:nvPr/>
          </p:nvSpPr>
          <p:spPr>
            <a:xfrm>
              <a:off x="5340775" y="3213500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4" name="Google Shape;8884;p18"/>
            <p:cNvSpPr/>
            <p:nvPr/>
          </p:nvSpPr>
          <p:spPr>
            <a:xfrm>
              <a:off x="5312175" y="3213500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5" name="Google Shape;8885;p18"/>
            <p:cNvSpPr/>
            <p:nvPr/>
          </p:nvSpPr>
          <p:spPr>
            <a:xfrm>
              <a:off x="5369000" y="3241700"/>
              <a:ext cx="28225" cy="28250"/>
            </a:xfrm>
            <a:custGeom>
              <a:avLst/>
              <a:gdLst/>
              <a:ahLst/>
              <a:cxnLst/>
              <a:rect l="l" t="t" r="r" b="b"/>
              <a:pathLst>
                <a:path w="1129" h="1130" extrusionOk="0">
                  <a:moveTo>
                    <a:pt x="0" y="1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6" name="Google Shape;8886;p18"/>
            <p:cNvSpPr/>
            <p:nvPr/>
          </p:nvSpPr>
          <p:spPr>
            <a:xfrm>
              <a:off x="5340775" y="324170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7" name="Google Shape;8887;p18"/>
            <p:cNvSpPr/>
            <p:nvPr/>
          </p:nvSpPr>
          <p:spPr>
            <a:xfrm>
              <a:off x="5312175" y="3241700"/>
              <a:ext cx="28625" cy="28250"/>
            </a:xfrm>
            <a:custGeom>
              <a:avLst/>
              <a:gdLst/>
              <a:ahLst/>
              <a:cxnLst/>
              <a:rect l="l" t="t" r="r" b="b"/>
              <a:pathLst>
                <a:path w="1145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8" name="Google Shape;8888;p18"/>
            <p:cNvSpPr/>
            <p:nvPr/>
          </p:nvSpPr>
          <p:spPr>
            <a:xfrm>
              <a:off x="5369000" y="3269925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9" name="Google Shape;8889;p18"/>
            <p:cNvSpPr/>
            <p:nvPr/>
          </p:nvSpPr>
          <p:spPr>
            <a:xfrm>
              <a:off x="5340775" y="3269925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0" name="Google Shape;8890;p18"/>
            <p:cNvSpPr/>
            <p:nvPr/>
          </p:nvSpPr>
          <p:spPr>
            <a:xfrm>
              <a:off x="5312175" y="3269925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1" name="Google Shape;8891;p18"/>
            <p:cNvSpPr/>
            <p:nvPr/>
          </p:nvSpPr>
          <p:spPr>
            <a:xfrm>
              <a:off x="5369000" y="3298125"/>
              <a:ext cx="28225" cy="28625"/>
            </a:xfrm>
            <a:custGeom>
              <a:avLst/>
              <a:gdLst/>
              <a:ahLst/>
              <a:cxnLst/>
              <a:rect l="l" t="t" r="r" b="b"/>
              <a:pathLst>
                <a:path w="1129" h="1145" extrusionOk="0">
                  <a:moveTo>
                    <a:pt x="0" y="1"/>
                  </a:moveTo>
                  <a:lnTo>
                    <a:pt x="0" y="1145"/>
                  </a:lnTo>
                  <a:lnTo>
                    <a:pt x="1129" y="1145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2" name="Google Shape;8892;p18"/>
            <p:cNvSpPr/>
            <p:nvPr/>
          </p:nvSpPr>
          <p:spPr>
            <a:xfrm>
              <a:off x="5340775" y="3298125"/>
              <a:ext cx="28250" cy="28625"/>
            </a:xfrm>
            <a:custGeom>
              <a:avLst/>
              <a:gdLst/>
              <a:ahLst/>
              <a:cxnLst/>
              <a:rect l="l" t="t" r="r" b="b"/>
              <a:pathLst>
                <a:path w="1130" h="1145" extrusionOk="0">
                  <a:moveTo>
                    <a:pt x="1" y="1"/>
                  </a:moveTo>
                  <a:lnTo>
                    <a:pt x="1" y="1145"/>
                  </a:lnTo>
                  <a:lnTo>
                    <a:pt x="1129" y="1145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3" name="Google Shape;8893;p18"/>
            <p:cNvSpPr/>
            <p:nvPr/>
          </p:nvSpPr>
          <p:spPr>
            <a:xfrm>
              <a:off x="5312175" y="3298125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4" name="Google Shape;8894;p18"/>
            <p:cNvSpPr/>
            <p:nvPr/>
          </p:nvSpPr>
          <p:spPr>
            <a:xfrm>
              <a:off x="5369000" y="3326750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5" name="Google Shape;8895;p18"/>
            <p:cNvSpPr/>
            <p:nvPr/>
          </p:nvSpPr>
          <p:spPr>
            <a:xfrm>
              <a:off x="5340775" y="3326750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6" name="Google Shape;8896;p18"/>
            <p:cNvSpPr/>
            <p:nvPr/>
          </p:nvSpPr>
          <p:spPr>
            <a:xfrm>
              <a:off x="5312175" y="3326750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7" name="Google Shape;8897;p18"/>
            <p:cNvSpPr/>
            <p:nvPr/>
          </p:nvSpPr>
          <p:spPr>
            <a:xfrm>
              <a:off x="5369000" y="3354950"/>
              <a:ext cx="28225" cy="28250"/>
            </a:xfrm>
            <a:custGeom>
              <a:avLst/>
              <a:gdLst/>
              <a:ahLst/>
              <a:cxnLst/>
              <a:rect l="l" t="t" r="r" b="b"/>
              <a:pathLst>
                <a:path w="1129" h="1130" extrusionOk="0">
                  <a:moveTo>
                    <a:pt x="0" y="1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8" name="Google Shape;8898;p18"/>
            <p:cNvSpPr/>
            <p:nvPr/>
          </p:nvSpPr>
          <p:spPr>
            <a:xfrm>
              <a:off x="5340775" y="33549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9" name="Google Shape;8899;p18"/>
            <p:cNvSpPr/>
            <p:nvPr/>
          </p:nvSpPr>
          <p:spPr>
            <a:xfrm>
              <a:off x="5312175" y="3354950"/>
              <a:ext cx="28625" cy="28250"/>
            </a:xfrm>
            <a:custGeom>
              <a:avLst/>
              <a:gdLst/>
              <a:ahLst/>
              <a:cxnLst/>
              <a:rect l="l" t="t" r="r" b="b"/>
              <a:pathLst>
                <a:path w="1145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0" name="Google Shape;8900;p18"/>
            <p:cNvSpPr/>
            <p:nvPr/>
          </p:nvSpPr>
          <p:spPr>
            <a:xfrm>
              <a:off x="5369000" y="3383175"/>
              <a:ext cx="28225" cy="28625"/>
            </a:xfrm>
            <a:custGeom>
              <a:avLst/>
              <a:gdLst/>
              <a:ahLst/>
              <a:cxnLst/>
              <a:rect l="l" t="t" r="r" b="b"/>
              <a:pathLst>
                <a:path w="1129" h="1145" extrusionOk="0">
                  <a:moveTo>
                    <a:pt x="0" y="0"/>
                  </a:moveTo>
                  <a:lnTo>
                    <a:pt x="0" y="1144"/>
                  </a:lnTo>
                  <a:lnTo>
                    <a:pt x="1129" y="1144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1" name="Google Shape;8901;p18"/>
            <p:cNvSpPr/>
            <p:nvPr/>
          </p:nvSpPr>
          <p:spPr>
            <a:xfrm>
              <a:off x="5340775" y="3383175"/>
              <a:ext cx="28250" cy="28625"/>
            </a:xfrm>
            <a:custGeom>
              <a:avLst/>
              <a:gdLst/>
              <a:ahLst/>
              <a:cxnLst/>
              <a:rect l="l" t="t" r="r" b="b"/>
              <a:pathLst>
                <a:path w="1130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29" y="1144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2" name="Google Shape;8902;p18"/>
            <p:cNvSpPr/>
            <p:nvPr/>
          </p:nvSpPr>
          <p:spPr>
            <a:xfrm>
              <a:off x="5312175" y="3383175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45" y="1144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3" name="Google Shape;8903;p18"/>
            <p:cNvSpPr/>
            <p:nvPr/>
          </p:nvSpPr>
          <p:spPr>
            <a:xfrm>
              <a:off x="5397200" y="3411775"/>
              <a:ext cx="28650" cy="28225"/>
            </a:xfrm>
            <a:custGeom>
              <a:avLst/>
              <a:gdLst/>
              <a:ahLst/>
              <a:cxnLst/>
              <a:rect l="l" t="t" r="r" b="b"/>
              <a:pathLst>
                <a:path w="1146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4" name="Google Shape;8904;p18"/>
            <p:cNvSpPr/>
            <p:nvPr/>
          </p:nvSpPr>
          <p:spPr>
            <a:xfrm>
              <a:off x="5369000" y="3411775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5" name="Google Shape;8905;p18"/>
            <p:cNvSpPr/>
            <p:nvPr/>
          </p:nvSpPr>
          <p:spPr>
            <a:xfrm>
              <a:off x="5340775" y="3411775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6" name="Google Shape;8906;p18"/>
            <p:cNvSpPr/>
            <p:nvPr/>
          </p:nvSpPr>
          <p:spPr>
            <a:xfrm>
              <a:off x="5312175" y="3411775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7" name="Google Shape;8907;p18"/>
            <p:cNvSpPr/>
            <p:nvPr/>
          </p:nvSpPr>
          <p:spPr>
            <a:xfrm>
              <a:off x="5283950" y="3411775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30" y="1129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8" name="Google Shape;8908;p18"/>
            <p:cNvSpPr/>
            <p:nvPr/>
          </p:nvSpPr>
          <p:spPr>
            <a:xfrm>
              <a:off x="5340775" y="343997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9" name="Google Shape;8909;p18"/>
            <p:cNvSpPr/>
            <p:nvPr/>
          </p:nvSpPr>
          <p:spPr>
            <a:xfrm>
              <a:off x="5340775" y="3468200"/>
              <a:ext cx="28250" cy="28625"/>
            </a:xfrm>
            <a:custGeom>
              <a:avLst/>
              <a:gdLst/>
              <a:ahLst/>
              <a:cxnLst/>
              <a:rect l="l" t="t" r="r" b="b"/>
              <a:pathLst>
                <a:path w="1130" h="1145" extrusionOk="0">
                  <a:moveTo>
                    <a:pt x="1" y="0"/>
                  </a:moveTo>
                  <a:lnTo>
                    <a:pt x="1" y="1145"/>
                  </a:lnTo>
                  <a:lnTo>
                    <a:pt x="1129" y="1145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0" name="Google Shape;8910;p18"/>
            <p:cNvSpPr/>
            <p:nvPr/>
          </p:nvSpPr>
          <p:spPr>
            <a:xfrm>
              <a:off x="5340775" y="349680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11" name="Google Shape;8911;p18"/>
          <p:cNvGrpSpPr/>
          <p:nvPr/>
        </p:nvGrpSpPr>
        <p:grpSpPr>
          <a:xfrm>
            <a:off x="857332" y="1750481"/>
            <a:ext cx="1049633" cy="523940"/>
            <a:chOff x="138482" y="584556"/>
            <a:chExt cx="1049633" cy="523940"/>
          </a:xfrm>
        </p:grpSpPr>
        <p:sp>
          <p:nvSpPr>
            <p:cNvPr id="8912" name="Google Shape;8912;p18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3" name="Google Shape;8913;p18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4" name="Google Shape;8914;p18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5" name="Google Shape;8915;p18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6" name="Google Shape;8916;p18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7" name="Google Shape;8917;p18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8" name="Google Shape;8918;p18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9" name="Google Shape;8919;p18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0" name="Google Shape;8920;p18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1" name="Google Shape;8921;p18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2" name="Google Shape;8922;p18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3" name="Google Shape;8923;p18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4" name="Google Shape;8924;p18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5" name="Google Shape;8925;p18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6" name="Google Shape;8926;p18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27" name="Google Shape;8927;p18"/>
          <p:cNvGrpSpPr/>
          <p:nvPr/>
        </p:nvGrpSpPr>
        <p:grpSpPr>
          <a:xfrm flipH="1">
            <a:off x="3724157" y="540006"/>
            <a:ext cx="1049633" cy="523940"/>
            <a:chOff x="138482" y="584556"/>
            <a:chExt cx="1049633" cy="523940"/>
          </a:xfrm>
        </p:grpSpPr>
        <p:sp>
          <p:nvSpPr>
            <p:cNvPr id="8928" name="Google Shape;8928;p18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9" name="Google Shape;8929;p18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0" name="Google Shape;8930;p18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1" name="Google Shape;8931;p18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2" name="Google Shape;8932;p18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3" name="Google Shape;8933;p18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4" name="Google Shape;8934;p18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5" name="Google Shape;8935;p18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6" name="Google Shape;8936;p18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7" name="Google Shape;8937;p18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8" name="Google Shape;8938;p18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9" name="Google Shape;8939;p18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0" name="Google Shape;8940;p18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1" name="Google Shape;8941;p18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2" name="Google Shape;8942;p18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6">
    <p:spTree>
      <p:nvGrpSpPr>
        <p:cNvPr id="1" name="Shape 9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2" name="Google Shape;9472;p20"/>
          <p:cNvGrpSpPr/>
          <p:nvPr/>
        </p:nvGrpSpPr>
        <p:grpSpPr>
          <a:xfrm flipH="1">
            <a:off x="-329643" y="1017719"/>
            <a:ext cx="1049633" cy="523940"/>
            <a:chOff x="138482" y="584556"/>
            <a:chExt cx="1049633" cy="523940"/>
          </a:xfrm>
        </p:grpSpPr>
        <p:sp>
          <p:nvSpPr>
            <p:cNvPr id="9473" name="Google Shape;9473;p20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4" name="Google Shape;9474;p20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5" name="Google Shape;9475;p20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6" name="Google Shape;9476;p20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7" name="Google Shape;9477;p20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8" name="Google Shape;9478;p20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9" name="Google Shape;9479;p20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0" name="Google Shape;9480;p20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1" name="Google Shape;9481;p20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2" name="Google Shape;9482;p20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3" name="Google Shape;9483;p20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4" name="Google Shape;9484;p20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5" name="Google Shape;9485;p20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6" name="Google Shape;9486;p20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7" name="Google Shape;9487;p20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88" name="Google Shape;9488;p20"/>
          <p:cNvGrpSpPr/>
          <p:nvPr/>
        </p:nvGrpSpPr>
        <p:grpSpPr>
          <a:xfrm>
            <a:off x="8581282" y="3516531"/>
            <a:ext cx="1049633" cy="523940"/>
            <a:chOff x="138482" y="584556"/>
            <a:chExt cx="1049633" cy="523940"/>
          </a:xfrm>
        </p:grpSpPr>
        <p:sp>
          <p:nvSpPr>
            <p:cNvPr id="9489" name="Google Shape;9489;p20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0" name="Google Shape;9490;p20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1" name="Google Shape;9491;p20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2" name="Google Shape;9492;p20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3" name="Google Shape;9493;p20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4" name="Google Shape;9494;p20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5" name="Google Shape;9495;p20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6" name="Google Shape;9496;p20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7" name="Google Shape;9497;p20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8" name="Google Shape;9498;p20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9" name="Google Shape;9499;p20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0" name="Google Shape;9500;p20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1" name="Google Shape;9501;p20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2" name="Google Shape;9502;p20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3" name="Google Shape;9503;p20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4" name="Google Shape;9504;p20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9505" name="Google Shape;9505;p20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9506" name="Google Shape;9506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7" name="Google Shape;9507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8" name="Google Shape;9508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9" name="Google Shape;9509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0" name="Google Shape;9510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1" name="Google Shape;9511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2" name="Google Shape;9512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3" name="Google Shape;9513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4" name="Google Shape;9514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5" name="Google Shape;9515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6" name="Google Shape;9516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7" name="Google Shape;9517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8" name="Google Shape;9518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9" name="Google Shape;9519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0" name="Google Shape;9520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1" name="Google Shape;9521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2" name="Google Shape;9522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3" name="Google Shape;9523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4" name="Google Shape;9524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5" name="Google Shape;9525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6" name="Google Shape;9526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7" name="Google Shape;9527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8" name="Google Shape;9528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9" name="Google Shape;9529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0" name="Google Shape;9530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1" name="Google Shape;9531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2" name="Google Shape;9532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3" name="Google Shape;9533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4" name="Google Shape;9534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5" name="Google Shape;9535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6" name="Google Shape;9536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7" name="Google Shape;9537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8" name="Google Shape;9538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9" name="Google Shape;9539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0" name="Google Shape;9540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1" name="Google Shape;9541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2" name="Google Shape;9542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3" name="Google Shape;9543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4" name="Google Shape;9544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5" name="Google Shape;9545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6" name="Google Shape;9546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7" name="Google Shape;9547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8" name="Google Shape;9548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49" name="Google Shape;9549;p20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9550" name="Google Shape;9550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1" name="Google Shape;9551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2" name="Google Shape;9552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3" name="Google Shape;9553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4" name="Google Shape;9554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5" name="Google Shape;9555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6" name="Google Shape;9556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7" name="Google Shape;9557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8" name="Google Shape;9558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9" name="Google Shape;9559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0" name="Google Shape;9560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1" name="Google Shape;9561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2" name="Google Shape;9562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3" name="Google Shape;9563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4" name="Google Shape;9564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5" name="Google Shape;9565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6" name="Google Shape;9566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7" name="Google Shape;9567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8" name="Google Shape;9568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9" name="Google Shape;9569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0" name="Google Shape;9570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1" name="Google Shape;9571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2" name="Google Shape;9572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3" name="Google Shape;9573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4" name="Google Shape;9574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5" name="Google Shape;9575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6" name="Google Shape;9576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7" name="Google Shape;9577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8" name="Google Shape;9578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9" name="Google Shape;9579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0" name="Google Shape;9580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1" name="Google Shape;9581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2" name="Google Shape;9582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3" name="Google Shape;9583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4" name="Google Shape;9584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5" name="Google Shape;9585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6" name="Google Shape;9586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7" name="Google Shape;9587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8" name="Google Shape;9588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9" name="Google Shape;9589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0" name="Google Shape;9590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1" name="Google Shape;9591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2" name="Google Shape;9592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93" name="Google Shape;9593;p20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9594" name="Google Shape;9594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5" name="Google Shape;9595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6" name="Google Shape;9596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7" name="Google Shape;9597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8" name="Google Shape;9598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9" name="Google Shape;9599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0" name="Google Shape;9600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1" name="Google Shape;9601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2" name="Google Shape;9602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3" name="Google Shape;9603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4" name="Google Shape;9604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5" name="Google Shape;9605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6" name="Google Shape;9606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7" name="Google Shape;9607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8" name="Google Shape;9608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9" name="Google Shape;9609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0" name="Google Shape;9610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1" name="Google Shape;9611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2" name="Google Shape;9612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3" name="Google Shape;9613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4" name="Google Shape;9614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5" name="Google Shape;9615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6" name="Google Shape;9616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7" name="Google Shape;9617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8" name="Google Shape;9618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9" name="Google Shape;9619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0" name="Google Shape;9620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1" name="Google Shape;9621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2" name="Google Shape;9622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3" name="Google Shape;9623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4" name="Google Shape;9624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5" name="Google Shape;9625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6" name="Google Shape;9626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7" name="Google Shape;9627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8" name="Google Shape;9628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9" name="Google Shape;9629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0" name="Google Shape;9630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1" name="Google Shape;9631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2" name="Google Shape;9632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3" name="Google Shape;9633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4" name="Google Shape;9634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5" name="Google Shape;9635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6" name="Google Shape;9636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37" name="Google Shape;9637;p20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9638" name="Google Shape;9638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9" name="Google Shape;9639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0" name="Google Shape;9640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1" name="Google Shape;9641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2" name="Google Shape;9642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3" name="Google Shape;9643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4" name="Google Shape;9644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5" name="Google Shape;9645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6" name="Google Shape;9646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7" name="Google Shape;9647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8" name="Google Shape;9648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9" name="Google Shape;9649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0" name="Google Shape;9650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1" name="Google Shape;9651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2" name="Google Shape;9652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3" name="Google Shape;9653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4" name="Google Shape;9654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5" name="Google Shape;9655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6" name="Google Shape;9656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7" name="Google Shape;9657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8" name="Google Shape;9658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9" name="Google Shape;9659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0" name="Google Shape;9660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1" name="Google Shape;9661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2" name="Google Shape;9662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3" name="Google Shape;9663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4" name="Google Shape;9664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5" name="Google Shape;9665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6" name="Google Shape;9666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7" name="Google Shape;9667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8" name="Google Shape;9668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9" name="Google Shape;9669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0" name="Google Shape;9670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1" name="Google Shape;9671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2" name="Google Shape;9672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3" name="Google Shape;9673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4" name="Google Shape;9674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5" name="Google Shape;9675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6" name="Google Shape;9676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7" name="Google Shape;9677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8" name="Google Shape;9678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9" name="Google Shape;9679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0" name="Google Shape;9680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81" name="Google Shape;9681;p20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9682" name="Google Shape;9682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3" name="Google Shape;9683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4" name="Google Shape;9684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5" name="Google Shape;9685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6" name="Google Shape;9686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7" name="Google Shape;9687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8" name="Google Shape;9688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9" name="Google Shape;9689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0" name="Google Shape;9690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1" name="Google Shape;9691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2" name="Google Shape;9692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3" name="Google Shape;9693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4" name="Google Shape;9694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5" name="Google Shape;9695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6" name="Google Shape;9696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7" name="Google Shape;9697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8" name="Google Shape;9698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9" name="Google Shape;9699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0" name="Google Shape;9700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1" name="Google Shape;9701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2" name="Google Shape;9702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3" name="Google Shape;9703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4" name="Google Shape;9704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5" name="Google Shape;9705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6" name="Google Shape;9706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7" name="Google Shape;9707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8" name="Google Shape;9708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9" name="Google Shape;9709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0" name="Google Shape;9710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1" name="Google Shape;9711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2" name="Google Shape;9712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3" name="Google Shape;9713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4" name="Google Shape;9714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5" name="Google Shape;9715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6" name="Google Shape;9716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7" name="Google Shape;9717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8" name="Google Shape;9718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9" name="Google Shape;9719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0" name="Google Shape;9720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1" name="Google Shape;9721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2" name="Google Shape;9722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3" name="Google Shape;9723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4" name="Google Shape;9724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25" name="Google Shape;9725;p20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9726" name="Google Shape;9726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7" name="Google Shape;9727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8" name="Google Shape;9728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9" name="Google Shape;9729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0" name="Google Shape;9730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1" name="Google Shape;9731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2" name="Google Shape;9732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3" name="Google Shape;9733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4" name="Google Shape;9734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5" name="Google Shape;9735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6" name="Google Shape;9736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7" name="Google Shape;9737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8" name="Google Shape;9738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9" name="Google Shape;9739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0" name="Google Shape;9740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1" name="Google Shape;9741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2" name="Google Shape;9742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3" name="Google Shape;9743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4" name="Google Shape;9744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5" name="Google Shape;9745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6" name="Google Shape;9746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7" name="Google Shape;9747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8" name="Google Shape;9748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9" name="Google Shape;9749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0" name="Google Shape;9750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1" name="Google Shape;9751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2" name="Google Shape;9752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3" name="Google Shape;9753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4" name="Google Shape;9754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5" name="Google Shape;9755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6" name="Google Shape;9756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7" name="Google Shape;9757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8" name="Google Shape;9758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9" name="Google Shape;9759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0" name="Google Shape;9760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1" name="Google Shape;9761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2" name="Google Shape;9762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3" name="Google Shape;9763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4" name="Google Shape;9764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5" name="Google Shape;9765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6" name="Google Shape;9766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7" name="Google Shape;9767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8" name="Google Shape;9768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69" name="Google Shape;9769;p20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9770" name="Google Shape;9770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1" name="Google Shape;9771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2" name="Google Shape;9772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3" name="Google Shape;9773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4" name="Google Shape;9774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5" name="Google Shape;9775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6" name="Google Shape;9776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7" name="Google Shape;9777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8" name="Google Shape;9778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9" name="Google Shape;9779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0" name="Google Shape;9780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1" name="Google Shape;9781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2" name="Google Shape;9782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3" name="Google Shape;9783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4" name="Google Shape;9784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5" name="Google Shape;9785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6" name="Google Shape;9786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7" name="Google Shape;9787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8" name="Google Shape;9788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9" name="Google Shape;9789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0" name="Google Shape;9790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1" name="Google Shape;9791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2" name="Google Shape;9792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3" name="Google Shape;9793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4" name="Google Shape;9794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5" name="Google Shape;9795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6" name="Google Shape;9796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7" name="Google Shape;9797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8" name="Google Shape;9798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9" name="Google Shape;9799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0" name="Google Shape;9800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1" name="Google Shape;9801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2" name="Google Shape;9802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3" name="Google Shape;9803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4" name="Google Shape;9804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5" name="Google Shape;9805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6" name="Google Shape;9806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7" name="Google Shape;9807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8" name="Google Shape;9808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9" name="Google Shape;9809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0" name="Google Shape;9810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1" name="Google Shape;9811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2" name="Google Shape;9812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13" name="Google Shape;9813;p20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9814" name="Google Shape;9814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5" name="Google Shape;9815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6" name="Google Shape;9816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7" name="Google Shape;9817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8" name="Google Shape;9818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9" name="Google Shape;9819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0" name="Google Shape;9820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1" name="Google Shape;9821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2" name="Google Shape;9822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3" name="Google Shape;9823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4" name="Google Shape;9824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5" name="Google Shape;9825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6" name="Google Shape;9826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7" name="Google Shape;9827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8" name="Google Shape;9828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9" name="Google Shape;9829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0" name="Google Shape;9830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1" name="Google Shape;9831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2" name="Google Shape;9832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3" name="Google Shape;9833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4" name="Google Shape;9834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5" name="Google Shape;9835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6" name="Google Shape;9836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7" name="Google Shape;9837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8" name="Google Shape;9838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9" name="Google Shape;9839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0" name="Google Shape;9840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1" name="Google Shape;9841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2" name="Google Shape;9842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3" name="Google Shape;9843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4" name="Google Shape;9844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5" name="Google Shape;9845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6" name="Google Shape;9846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7" name="Google Shape;9847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8" name="Google Shape;9848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9" name="Google Shape;9849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0" name="Google Shape;9850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1" name="Google Shape;9851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2" name="Google Shape;9852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3" name="Google Shape;9853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4" name="Google Shape;9854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5" name="Google Shape;9855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6" name="Google Shape;9856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57" name="Google Shape;9857;p20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9858" name="Google Shape;9858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9" name="Google Shape;9859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0" name="Google Shape;9860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1" name="Google Shape;9861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2" name="Google Shape;9862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3" name="Google Shape;9863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4" name="Google Shape;9864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5" name="Google Shape;9865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6" name="Google Shape;9866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7" name="Google Shape;9867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8" name="Google Shape;9868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9" name="Google Shape;9869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0" name="Google Shape;9870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1" name="Google Shape;9871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2" name="Google Shape;9872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3" name="Google Shape;9873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4" name="Google Shape;9874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5" name="Google Shape;9875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6" name="Google Shape;9876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7" name="Google Shape;9877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8" name="Google Shape;9878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9" name="Google Shape;9879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0" name="Google Shape;9880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1" name="Google Shape;9881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2" name="Google Shape;9882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3" name="Google Shape;9883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4" name="Google Shape;9884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5" name="Google Shape;9885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6" name="Google Shape;9886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7" name="Google Shape;9887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8" name="Google Shape;9888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9" name="Google Shape;9889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0" name="Google Shape;9890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1" name="Google Shape;9891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2" name="Google Shape;9892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3" name="Google Shape;9893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4" name="Google Shape;9894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5" name="Google Shape;9895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6" name="Google Shape;9896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7" name="Google Shape;9897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8" name="Google Shape;9898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9" name="Google Shape;9899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0" name="Google Shape;9900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01" name="Google Shape;9901;p20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9902" name="Google Shape;9902;p20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9903" name="Google Shape;9903;p20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4" name="Google Shape;9904;p20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5" name="Google Shape;9905;p20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6" name="Google Shape;9906;p20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7" name="Google Shape;9907;p20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8" name="Google Shape;9908;p20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9" name="Google Shape;9909;p20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0" name="Google Shape;9910;p20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1" name="Google Shape;9911;p20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2" name="Google Shape;9912;p20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3" name="Google Shape;9913;p20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4" name="Google Shape;9914;p20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5" name="Google Shape;9915;p20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6" name="Google Shape;9916;p20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7" name="Google Shape;9917;p20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8" name="Google Shape;9918;p20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9" name="Google Shape;9919;p20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0" name="Google Shape;9920;p20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1" name="Google Shape;9921;p20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2" name="Google Shape;9922;p20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3" name="Google Shape;9923;p20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4" name="Google Shape;9924;p20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5" name="Google Shape;9925;p20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6" name="Google Shape;9926;p20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7" name="Google Shape;9927;p20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8" name="Google Shape;9928;p20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9" name="Google Shape;9929;p20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30" name="Google Shape;9930;p20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9931" name="Google Shape;9931;p20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2" name="Google Shape;9932;p20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3" name="Google Shape;9933;p20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4" name="Google Shape;9934;p20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5" name="Google Shape;9935;p20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6" name="Google Shape;9936;p20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7" name="Google Shape;9937;p20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8" name="Google Shape;9938;p20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9" name="Google Shape;9939;p20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0" name="Google Shape;9940;p20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1" name="Google Shape;9941;p20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2" name="Google Shape;9942;p20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3" name="Google Shape;9943;p20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4" name="Google Shape;9944;p20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5" name="Google Shape;9945;p20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6" name="Google Shape;9946;p20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7" name="Google Shape;9947;p20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8" name="Google Shape;9948;p20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9" name="Google Shape;9949;p20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0" name="Google Shape;9950;p20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1" name="Google Shape;9951;p20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2" name="Google Shape;9952;p20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3" name="Google Shape;9953;p20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4" name="Google Shape;9954;p20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5" name="Google Shape;9955;p20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6" name="Google Shape;9956;p20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7" name="Google Shape;9957;p20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58" name="Google Shape;9958;p20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9959" name="Google Shape;9959;p20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0" name="Google Shape;9960;p20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1" name="Google Shape;9961;p20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2" name="Google Shape;9962;p20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3" name="Google Shape;9963;p20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4" name="Google Shape;9964;p20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5" name="Google Shape;9965;p20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6" name="Google Shape;9966;p20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7" name="Google Shape;9967;p20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8" name="Google Shape;9968;p20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9" name="Google Shape;9969;p20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0" name="Google Shape;9970;p20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1" name="Google Shape;9971;p20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2" name="Google Shape;9972;p20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3" name="Google Shape;9973;p20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4" name="Google Shape;9974;p20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5" name="Google Shape;9975;p20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6" name="Google Shape;9976;p20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7" name="Google Shape;9977;p20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8" name="Google Shape;9978;p20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9" name="Google Shape;9979;p20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0" name="Google Shape;9980;p20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1" name="Google Shape;9981;p20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2" name="Google Shape;9982;p20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3" name="Google Shape;9983;p20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4" name="Google Shape;9984;p20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5" name="Google Shape;9985;p20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986" name="Google Shape;998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8">
    <p:spTree>
      <p:nvGrpSpPr>
        <p:cNvPr id="1" name="Shape 10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16" name="Google Shape;10516;p22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0517" name="Google Shape;10517;p22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0518" name="Google Shape;10518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9" name="Google Shape;10519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0" name="Google Shape;10520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1" name="Google Shape;10521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2" name="Google Shape;10522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3" name="Google Shape;10523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4" name="Google Shape;10524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5" name="Google Shape;10525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6" name="Google Shape;10526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7" name="Google Shape;10527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8" name="Google Shape;10528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9" name="Google Shape;10529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0" name="Google Shape;10530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1" name="Google Shape;10531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2" name="Google Shape;10532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3" name="Google Shape;10533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4" name="Google Shape;10534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5" name="Google Shape;10535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6" name="Google Shape;10536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7" name="Google Shape;10537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8" name="Google Shape;10538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9" name="Google Shape;10539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0" name="Google Shape;10540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1" name="Google Shape;10541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2" name="Google Shape;10542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3" name="Google Shape;10543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4" name="Google Shape;10544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5" name="Google Shape;10545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6" name="Google Shape;10546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7" name="Google Shape;10547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8" name="Google Shape;10548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9" name="Google Shape;10549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0" name="Google Shape;10550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1" name="Google Shape;10551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2" name="Google Shape;10552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3" name="Google Shape;10553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4" name="Google Shape;10554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5" name="Google Shape;10555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6" name="Google Shape;10556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7" name="Google Shape;10557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8" name="Google Shape;10558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9" name="Google Shape;10559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0" name="Google Shape;10560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61" name="Google Shape;10561;p22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0562" name="Google Shape;10562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3" name="Google Shape;10563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4" name="Google Shape;10564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5" name="Google Shape;10565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6" name="Google Shape;10566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7" name="Google Shape;10567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8" name="Google Shape;10568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9" name="Google Shape;10569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0" name="Google Shape;10570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1" name="Google Shape;10571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2" name="Google Shape;10572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3" name="Google Shape;10573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4" name="Google Shape;10574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5" name="Google Shape;10575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6" name="Google Shape;10576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7" name="Google Shape;10577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8" name="Google Shape;10578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9" name="Google Shape;10579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0" name="Google Shape;10580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1" name="Google Shape;10581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2" name="Google Shape;10582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3" name="Google Shape;10583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4" name="Google Shape;10584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5" name="Google Shape;10585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6" name="Google Shape;10586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7" name="Google Shape;10587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8" name="Google Shape;10588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9" name="Google Shape;10589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0" name="Google Shape;10590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1" name="Google Shape;10591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2" name="Google Shape;10592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3" name="Google Shape;10593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4" name="Google Shape;10594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5" name="Google Shape;10595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6" name="Google Shape;10596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7" name="Google Shape;10597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8" name="Google Shape;10598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9" name="Google Shape;10599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0" name="Google Shape;10600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1" name="Google Shape;10601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2" name="Google Shape;10602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3" name="Google Shape;10603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4" name="Google Shape;10604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05" name="Google Shape;10605;p22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0606" name="Google Shape;10606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7" name="Google Shape;10607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8" name="Google Shape;10608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9" name="Google Shape;10609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0" name="Google Shape;10610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1" name="Google Shape;10611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2" name="Google Shape;10612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3" name="Google Shape;10613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4" name="Google Shape;10614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5" name="Google Shape;10615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6" name="Google Shape;10616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7" name="Google Shape;10617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8" name="Google Shape;10618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9" name="Google Shape;10619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0" name="Google Shape;10620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1" name="Google Shape;10621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2" name="Google Shape;10622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3" name="Google Shape;10623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4" name="Google Shape;10624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5" name="Google Shape;10625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6" name="Google Shape;10626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7" name="Google Shape;10627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8" name="Google Shape;10628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9" name="Google Shape;10629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0" name="Google Shape;10630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1" name="Google Shape;10631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2" name="Google Shape;10632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3" name="Google Shape;10633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4" name="Google Shape;10634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5" name="Google Shape;10635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6" name="Google Shape;10636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7" name="Google Shape;10637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8" name="Google Shape;10638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9" name="Google Shape;10639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0" name="Google Shape;10640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1" name="Google Shape;10641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2" name="Google Shape;10642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3" name="Google Shape;10643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4" name="Google Shape;10644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5" name="Google Shape;10645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6" name="Google Shape;10646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7" name="Google Shape;10647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8" name="Google Shape;10648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49" name="Google Shape;10649;p22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0650" name="Google Shape;10650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1" name="Google Shape;10651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2" name="Google Shape;10652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3" name="Google Shape;10653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4" name="Google Shape;10654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5" name="Google Shape;10655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6" name="Google Shape;10656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7" name="Google Shape;10657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8" name="Google Shape;10658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9" name="Google Shape;10659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0" name="Google Shape;10660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1" name="Google Shape;10661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2" name="Google Shape;10662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3" name="Google Shape;10663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4" name="Google Shape;10664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5" name="Google Shape;10665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6" name="Google Shape;10666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7" name="Google Shape;10667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8" name="Google Shape;10668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9" name="Google Shape;10669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0" name="Google Shape;10670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1" name="Google Shape;10671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2" name="Google Shape;10672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3" name="Google Shape;10673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4" name="Google Shape;10674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5" name="Google Shape;10675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6" name="Google Shape;10676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7" name="Google Shape;10677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8" name="Google Shape;10678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9" name="Google Shape;10679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0" name="Google Shape;10680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1" name="Google Shape;10681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2" name="Google Shape;10682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3" name="Google Shape;10683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4" name="Google Shape;10684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5" name="Google Shape;10685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6" name="Google Shape;10686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7" name="Google Shape;10687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8" name="Google Shape;10688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9" name="Google Shape;10689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0" name="Google Shape;10690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1" name="Google Shape;10691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2" name="Google Shape;10692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93" name="Google Shape;10693;p22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0694" name="Google Shape;10694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5" name="Google Shape;10695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6" name="Google Shape;10696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7" name="Google Shape;10697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8" name="Google Shape;10698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9" name="Google Shape;10699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0" name="Google Shape;10700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1" name="Google Shape;10701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2" name="Google Shape;10702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3" name="Google Shape;10703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4" name="Google Shape;10704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5" name="Google Shape;10705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6" name="Google Shape;10706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7" name="Google Shape;10707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8" name="Google Shape;10708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9" name="Google Shape;10709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0" name="Google Shape;10710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1" name="Google Shape;10711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2" name="Google Shape;10712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3" name="Google Shape;10713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4" name="Google Shape;10714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5" name="Google Shape;10715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6" name="Google Shape;10716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7" name="Google Shape;10717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8" name="Google Shape;10718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9" name="Google Shape;10719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0" name="Google Shape;10720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1" name="Google Shape;10721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2" name="Google Shape;10722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3" name="Google Shape;10723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4" name="Google Shape;10724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5" name="Google Shape;10725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6" name="Google Shape;10726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7" name="Google Shape;10727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8" name="Google Shape;10728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9" name="Google Shape;10729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0" name="Google Shape;10730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1" name="Google Shape;10731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2" name="Google Shape;10732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3" name="Google Shape;10733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4" name="Google Shape;10734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5" name="Google Shape;10735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6" name="Google Shape;10736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37" name="Google Shape;10737;p22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0738" name="Google Shape;10738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9" name="Google Shape;10739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0" name="Google Shape;10740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1" name="Google Shape;10741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2" name="Google Shape;10742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3" name="Google Shape;10743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4" name="Google Shape;10744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5" name="Google Shape;10745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6" name="Google Shape;10746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7" name="Google Shape;10747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8" name="Google Shape;10748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9" name="Google Shape;10749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0" name="Google Shape;10750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1" name="Google Shape;10751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2" name="Google Shape;10752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3" name="Google Shape;10753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4" name="Google Shape;10754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5" name="Google Shape;10755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6" name="Google Shape;10756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7" name="Google Shape;10757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8" name="Google Shape;10758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9" name="Google Shape;10759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0" name="Google Shape;10760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1" name="Google Shape;10761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2" name="Google Shape;10762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3" name="Google Shape;10763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4" name="Google Shape;10764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5" name="Google Shape;10765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6" name="Google Shape;10766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7" name="Google Shape;10767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8" name="Google Shape;10768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9" name="Google Shape;10769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0" name="Google Shape;10770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1" name="Google Shape;10771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2" name="Google Shape;10772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3" name="Google Shape;10773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4" name="Google Shape;10774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5" name="Google Shape;10775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6" name="Google Shape;10776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7" name="Google Shape;10777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8" name="Google Shape;10778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9" name="Google Shape;10779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0" name="Google Shape;10780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81" name="Google Shape;10781;p22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0782" name="Google Shape;10782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3" name="Google Shape;10783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4" name="Google Shape;10784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5" name="Google Shape;10785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6" name="Google Shape;10786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7" name="Google Shape;10787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8" name="Google Shape;10788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9" name="Google Shape;10789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0" name="Google Shape;10790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1" name="Google Shape;10791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2" name="Google Shape;10792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3" name="Google Shape;10793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4" name="Google Shape;10794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5" name="Google Shape;10795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6" name="Google Shape;10796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7" name="Google Shape;10797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8" name="Google Shape;10798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9" name="Google Shape;10799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0" name="Google Shape;10800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1" name="Google Shape;10801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2" name="Google Shape;10802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3" name="Google Shape;10803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4" name="Google Shape;10804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5" name="Google Shape;10805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6" name="Google Shape;10806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7" name="Google Shape;10807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8" name="Google Shape;10808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9" name="Google Shape;10809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0" name="Google Shape;10810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1" name="Google Shape;10811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2" name="Google Shape;10812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3" name="Google Shape;10813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4" name="Google Shape;10814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5" name="Google Shape;10815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6" name="Google Shape;10816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7" name="Google Shape;10817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8" name="Google Shape;10818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9" name="Google Shape;10819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0" name="Google Shape;10820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1" name="Google Shape;10821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2" name="Google Shape;10822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3" name="Google Shape;10823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4" name="Google Shape;10824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25" name="Google Shape;10825;p22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0826" name="Google Shape;10826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7" name="Google Shape;10827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8" name="Google Shape;10828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9" name="Google Shape;10829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0" name="Google Shape;10830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1" name="Google Shape;10831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2" name="Google Shape;10832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3" name="Google Shape;10833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4" name="Google Shape;10834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5" name="Google Shape;10835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6" name="Google Shape;10836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7" name="Google Shape;10837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8" name="Google Shape;10838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9" name="Google Shape;10839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0" name="Google Shape;10840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1" name="Google Shape;10841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2" name="Google Shape;10842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3" name="Google Shape;10843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4" name="Google Shape;10844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5" name="Google Shape;10845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6" name="Google Shape;10846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7" name="Google Shape;10847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8" name="Google Shape;10848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9" name="Google Shape;10849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0" name="Google Shape;10850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1" name="Google Shape;10851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2" name="Google Shape;10852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3" name="Google Shape;10853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4" name="Google Shape;10854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5" name="Google Shape;10855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6" name="Google Shape;10856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7" name="Google Shape;10857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8" name="Google Shape;10858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9" name="Google Shape;10859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0" name="Google Shape;10860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1" name="Google Shape;10861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2" name="Google Shape;10862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3" name="Google Shape;10863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4" name="Google Shape;10864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5" name="Google Shape;10865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6" name="Google Shape;10866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7" name="Google Shape;10867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8" name="Google Shape;10868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69" name="Google Shape;10869;p22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0870" name="Google Shape;10870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1" name="Google Shape;10871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2" name="Google Shape;10872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3" name="Google Shape;10873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4" name="Google Shape;10874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5" name="Google Shape;10875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6" name="Google Shape;10876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7" name="Google Shape;10877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8" name="Google Shape;10878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9" name="Google Shape;10879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0" name="Google Shape;10880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1" name="Google Shape;10881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2" name="Google Shape;10882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3" name="Google Shape;10883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4" name="Google Shape;10884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5" name="Google Shape;10885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6" name="Google Shape;10886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7" name="Google Shape;10887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8" name="Google Shape;10888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9" name="Google Shape;10889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0" name="Google Shape;10890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1" name="Google Shape;10891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2" name="Google Shape;10892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3" name="Google Shape;10893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4" name="Google Shape;10894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5" name="Google Shape;10895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6" name="Google Shape;10896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7" name="Google Shape;10897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8" name="Google Shape;10898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9" name="Google Shape;10899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0" name="Google Shape;10900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1" name="Google Shape;10901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2" name="Google Shape;10902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3" name="Google Shape;10903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4" name="Google Shape;10904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5" name="Google Shape;10905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6" name="Google Shape;10906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7" name="Google Shape;10907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8" name="Google Shape;10908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9" name="Google Shape;10909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0" name="Google Shape;10910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1" name="Google Shape;10911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2" name="Google Shape;10912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13" name="Google Shape;10913;p22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0914" name="Google Shape;10914;p22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0915" name="Google Shape;10915;p22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6" name="Google Shape;10916;p22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7" name="Google Shape;10917;p22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8" name="Google Shape;10918;p22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9" name="Google Shape;10919;p22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0" name="Google Shape;10920;p22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1" name="Google Shape;10921;p22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2" name="Google Shape;10922;p22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3" name="Google Shape;10923;p22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4" name="Google Shape;10924;p22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5" name="Google Shape;10925;p22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6" name="Google Shape;10926;p22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7" name="Google Shape;10927;p22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8" name="Google Shape;10928;p22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9" name="Google Shape;10929;p22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0" name="Google Shape;10930;p22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1" name="Google Shape;10931;p22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2" name="Google Shape;10932;p22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3" name="Google Shape;10933;p22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4" name="Google Shape;10934;p22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5" name="Google Shape;10935;p22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6" name="Google Shape;10936;p22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7" name="Google Shape;10937;p22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8" name="Google Shape;10938;p22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9" name="Google Shape;10939;p22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0" name="Google Shape;10940;p22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1" name="Google Shape;10941;p22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2" name="Google Shape;10942;p22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0943" name="Google Shape;10943;p22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4" name="Google Shape;10944;p22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5" name="Google Shape;10945;p22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6" name="Google Shape;10946;p22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7" name="Google Shape;10947;p22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8" name="Google Shape;10948;p22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9" name="Google Shape;10949;p22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0" name="Google Shape;10950;p22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1" name="Google Shape;10951;p22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2" name="Google Shape;10952;p22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3" name="Google Shape;10953;p22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4" name="Google Shape;10954;p22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5" name="Google Shape;10955;p22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6" name="Google Shape;10956;p22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7" name="Google Shape;10957;p22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8" name="Google Shape;10958;p22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9" name="Google Shape;10959;p22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0" name="Google Shape;10960;p22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1" name="Google Shape;10961;p22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2" name="Google Shape;10962;p22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3" name="Google Shape;10963;p22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4" name="Google Shape;10964;p22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5" name="Google Shape;10965;p22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6" name="Google Shape;10966;p22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7" name="Google Shape;10967;p22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8" name="Google Shape;10968;p22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9" name="Google Shape;10969;p22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70" name="Google Shape;10970;p22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0971" name="Google Shape;10971;p22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2" name="Google Shape;10972;p22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3" name="Google Shape;10973;p22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4" name="Google Shape;10974;p22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5" name="Google Shape;10975;p22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6" name="Google Shape;10976;p22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7" name="Google Shape;10977;p22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8" name="Google Shape;10978;p22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9" name="Google Shape;10979;p22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0" name="Google Shape;10980;p22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1" name="Google Shape;10981;p22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2" name="Google Shape;10982;p22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3" name="Google Shape;10983;p22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4" name="Google Shape;10984;p22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5" name="Google Shape;10985;p22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6" name="Google Shape;10986;p22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7" name="Google Shape;10987;p22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8" name="Google Shape;10988;p22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9" name="Google Shape;10989;p22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0" name="Google Shape;10990;p22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1" name="Google Shape;10991;p22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2" name="Google Shape;10992;p22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3" name="Google Shape;10993;p22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4" name="Google Shape;10994;p22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5" name="Google Shape;10995;p22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6" name="Google Shape;10996;p22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7" name="Google Shape;10997;p22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998" name="Google Shape;10998;p22"/>
          <p:cNvSpPr txBox="1">
            <a:spLocks noGrp="1"/>
          </p:cNvSpPr>
          <p:nvPr>
            <p:ph type="title"/>
          </p:nvPr>
        </p:nvSpPr>
        <p:spPr>
          <a:xfrm>
            <a:off x="21261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999" name="Google Shape;10999;p22"/>
          <p:cNvSpPr txBox="1">
            <a:spLocks noGrp="1"/>
          </p:cNvSpPr>
          <p:nvPr>
            <p:ph type="subTitle" idx="1"/>
          </p:nvPr>
        </p:nvSpPr>
        <p:spPr>
          <a:xfrm>
            <a:off x="2126100" y="3500100"/>
            <a:ext cx="48918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000" name="Google Shape;11000;p22"/>
          <p:cNvSpPr txBox="1">
            <a:spLocks noGrp="1"/>
          </p:cNvSpPr>
          <p:nvPr>
            <p:ph type="title" idx="2" hasCustomPrompt="1"/>
          </p:nvPr>
        </p:nvSpPr>
        <p:spPr>
          <a:xfrm>
            <a:off x="3871375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grpSp>
        <p:nvGrpSpPr>
          <p:cNvPr id="11001" name="Google Shape;11001;p22"/>
          <p:cNvGrpSpPr/>
          <p:nvPr/>
        </p:nvGrpSpPr>
        <p:grpSpPr>
          <a:xfrm>
            <a:off x="720005" y="4128446"/>
            <a:ext cx="610887" cy="475057"/>
            <a:chOff x="2136175" y="3290300"/>
            <a:chExt cx="241400" cy="187725"/>
          </a:xfrm>
        </p:grpSpPr>
        <p:sp>
          <p:nvSpPr>
            <p:cNvPr id="11002" name="Google Shape;11002;p22"/>
            <p:cNvSpPr/>
            <p:nvPr/>
          </p:nvSpPr>
          <p:spPr>
            <a:xfrm>
              <a:off x="2136175" y="3290300"/>
              <a:ext cx="26650" cy="27050"/>
            </a:xfrm>
            <a:custGeom>
              <a:avLst/>
              <a:gdLst/>
              <a:ahLst/>
              <a:cxnLst/>
              <a:rect l="l" t="t" r="r" b="b"/>
              <a:pathLst>
                <a:path w="1066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3" name="Google Shape;11003;p22"/>
            <p:cNvSpPr/>
            <p:nvPr/>
          </p:nvSpPr>
          <p:spPr>
            <a:xfrm>
              <a:off x="2162800" y="3290300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3" y="1082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4" name="Google Shape;11004;p22"/>
            <p:cNvSpPr/>
            <p:nvPr/>
          </p:nvSpPr>
          <p:spPr>
            <a:xfrm>
              <a:off x="2189850" y="329030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5" name="Google Shape;11005;p22"/>
            <p:cNvSpPr/>
            <p:nvPr/>
          </p:nvSpPr>
          <p:spPr>
            <a:xfrm>
              <a:off x="2216500" y="3290300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6" name="Google Shape;11006;p22"/>
            <p:cNvSpPr/>
            <p:nvPr/>
          </p:nvSpPr>
          <p:spPr>
            <a:xfrm>
              <a:off x="2243525" y="329030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7" name="Google Shape;11007;p22"/>
            <p:cNvSpPr/>
            <p:nvPr/>
          </p:nvSpPr>
          <p:spPr>
            <a:xfrm>
              <a:off x="2270175" y="3290300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8" name="Google Shape;11008;p22"/>
            <p:cNvSpPr/>
            <p:nvPr/>
          </p:nvSpPr>
          <p:spPr>
            <a:xfrm>
              <a:off x="2297225" y="329030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9" name="Google Shape;11009;p22"/>
            <p:cNvSpPr/>
            <p:nvPr/>
          </p:nvSpPr>
          <p:spPr>
            <a:xfrm>
              <a:off x="2323875" y="3290300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0" name="Google Shape;11010;p22"/>
            <p:cNvSpPr/>
            <p:nvPr/>
          </p:nvSpPr>
          <p:spPr>
            <a:xfrm>
              <a:off x="2136175" y="3317325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1" name="Google Shape;11011;p22"/>
            <p:cNvSpPr/>
            <p:nvPr/>
          </p:nvSpPr>
          <p:spPr>
            <a:xfrm>
              <a:off x="2162800" y="33173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3" y="1067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2" name="Google Shape;11012;p22"/>
            <p:cNvSpPr/>
            <p:nvPr/>
          </p:nvSpPr>
          <p:spPr>
            <a:xfrm>
              <a:off x="2189850" y="33173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3" name="Google Shape;11013;p22"/>
            <p:cNvSpPr/>
            <p:nvPr/>
          </p:nvSpPr>
          <p:spPr>
            <a:xfrm>
              <a:off x="2216500" y="3317325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4" name="Google Shape;11014;p22"/>
            <p:cNvSpPr/>
            <p:nvPr/>
          </p:nvSpPr>
          <p:spPr>
            <a:xfrm>
              <a:off x="2243525" y="33173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7" y="106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5" name="Google Shape;11015;p22"/>
            <p:cNvSpPr/>
            <p:nvPr/>
          </p:nvSpPr>
          <p:spPr>
            <a:xfrm>
              <a:off x="2270175" y="33173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6" name="Google Shape;11016;p22"/>
            <p:cNvSpPr/>
            <p:nvPr/>
          </p:nvSpPr>
          <p:spPr>
            <a:xfrm>
              <a:off x="2297225" y="33173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7" name="Google Shape;11017;p22"/>
            <p:cNvSpPr/>
            <p:nvPr/>
          </p:nvSpPr>
          <p:spPr>
            <a:xfrm>
              <a:off x="2323875" y="3317325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8" name="Google Shape;11018;p22"/>
            <p:cNvSpPr/>
            <p:nvPr/>
          </p:nvSpPr>
          <p:spPr>
            <a:xfrm>
              <a:off x="2136175" y="3343975"/>
              <a:ext cx="26650" cy="27075"/>
            </a:xfrm>
            <a:custGeom>
              <a:avLst/>
              <a:gdLst/>
              <a:ahLst/>
              <a:cxnLst/>
              <a:rect l="l" t="t" r="r" b="b"/>
              <a:pathLst>
                <a:path w="1066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9" name="Google Shape;11019;p22"/>
            <p:cNvSpPr/>
            <p:nvPr/>
          </p:nvSpPr>
          <p:spPr>
            <a:xfrm>
              <a:off x="2162800" y="334397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3" y="108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0" name="Google Shape;11020;p22"/>
            <p:cNvSpPr/>
            <p:nvPr/>
          </p:nvSpPr>
          <p:spPr>
            <a:xfrm>
              <a:off x="2189850" y="33439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1" name="Google Shape;11021;p22"/>
            <p:cNvSpPr/>
            <p:nvPr/>
          </p:nvSpPr>
          <p:spPr>
            <a:xfrm>
              <a:off x="2216500" y="334397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2" name="Google Shape;11022;p22"/>
            <p:cNvSpPr/>
            <p:nvPr/>
          </p:nvSpPr>
          <p:spPr>
            <a:xfrm>
              <a:off x="2243525" y="33439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3" name="Google Shape;11023;p22"/>
            <p:cNvSpPr/>
            <p:nvPr/>
          </p:nvSpPr>
          <p:spPr>
            <a:xfrm>
              <a:off x="2270175" y="334397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4" name="Google Shape;11024;p22"/>
            <p:cNvSpPr/>
            <p:nvPr/>
          </p:nvSpPr>
          <p:spPr>
            <a:xfrm>
              <a:off x="2297225" y="33439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5" name="Google Shape;11025;p22"/>
            <p:cNvSpPr/>
            <p:nvPr/>
          </p:nvSpPr>
          <p:spPr>
            <a:xfrm>
              <a:off x="2323875" y="334397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6" name="Google Shape;11026;p22"/>
            <p:cNvSpPr/>
            <p:nvPr/>
          </p:nvSpPr>
          <p:spPr>
            <a:xfrm>
              <a:off x="2136175" y="3371025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7" name="Google Shape;11027;p22"/>
            <p:cNvSpPr/>
            <p:nvPr/>
          </p:nvSpPr>
          <p:spPr>
            <a:xfrm>
              <a:off x="2162800" y="33710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3" y="1066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8" name="Google Shape;11028;p22"/>
            <p:cNvSpPr/>
            <p:nvPr/>
          </p:nvSpPr>
          <p:spPr>
            <a:xfrm>
              <a:off x="2189850" y="33710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9" name="Google Shape;11029;p22"/>
            <p:cNvSpPr/>
            <p:nvPr/>
          </p:nvSpPr>
          <p:spPr>
            <a:xfrm>
              <a:off x="2216500" y="3371025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0" name="Google Shape;11030;p22"/>
            <p:cNvSpPr/>
            <p:nvPr/>
          </p:nvSpPr>
          <p:spPr>
            <a:xfrm>
              <a:off x="2243525" y="33710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1" name="Google Shape;11031;p22"/>
            <p:cNvSpPr/>
            <p:nvPr/>
          </p:nvSpPr>
          <p:spPr>
            <a:xfrm>
              <a:off x="2270175" y="33710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2" name="Google Shape;11032;p22"/>
            <p:cNvSpPr/>
            <p:nvPr/>
          </p:nvSpPr>
          <p:spPr>
            <a:xfrm>
              <a:off x="2297225" y="33710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3" name="Google Shape;11033;p22"/>
            <p:cNvSpPr/>
            <p:nvPr/>
          </p:nvSpPr>
          <p:spPr>
            <a:xfrm>
              <a:off x="2323875" y="3371025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4" name="Google Shape;11034;p22"/>
            <p:cNvSpPr/>
            <p:nvPr/>
          </p:nvSpPr>
          <p:spPr>
            <a:xfrm>
              <a:off x="2136175" y="3397675"/>
              <a:ext cx="26650" cy="26650"/>
            </a:xfrm>
            <a:custGeom>
              <a:avLst/>
              <a:gdLst/>
              <a:ahLst/>
              <a:cxnLst/>
              <a:rect l="l" t="t" r="r" b="b"/>
              <a:pathLst>
                <a:path w="1066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5" name="Google Shape;11035;p22"/>
            <p:cNvSpPr/>
            <p:nvPr/>
          </p:nvSpPr>
          <p:spPr>
            <a:xfrm>
              <a:off x="2162800" y="3397675"/>
              <a:ext cx="27075" cy="26650"/>
            </a:xfrm>
            <a:custGeom>
              <a:avLst/>
              <a:gdLst/>
              <a:ahLst/>
              <a:cxnLst/>
              <a:rect l="l" t="t" r="r" b="b"/>
              <a:pathLst>
                <a:path w="1083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83" y="1066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6" name="Google Shape;11036;p22"/>
            <p:cNvSpPr/>
            <p:nvPr/>
          </p:nvSpPr>
          <p:spPr>
            <a:xfrm>
              <a:off x="2189850" y="33976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7" name="Google Shape;11037;p22"/>
            <p:cNvSpPr/>
            <p:nvPr/>
          </p:nvSpPr>
          <p:spPr>
            <a:xfrm>
              <a:off x="2216500" y="3397675"/>
              <a:ext cx="27050" cy="26650"/>
            </a:xfrm>
            <a:custGeom>
              <a:avLst/>
              <a:gdLst/>
              <a:ahLst/>
              <a:cxnLst/>
              <a:rect l="l" t="t" r="r" b="b"/>
              <a:pathLst>
                <a:path w="1082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8" name="Google Shape;11038;p22"/>
            <p:cNvSpPr/>
            <p:nvPr/>
          </p:nvSpPr>
          <p:spPr>
            <a:xfrm>
              <a:off x="2243525" y="33976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9" name="Google Shape;11039;p22"/>
            <p:cNvSpPr/>
            <p:nvPr/>
          </p:nvSpPr>
          <p:spPr>
            <a:xfrm>
              <a:off x="2270175" y="3397675"/>
              <a:ext cx="27075" cy="26650"/>
            </a:xfrm>
            <a:custGeom>
              <a:avLst/>
              <a:gdLst/>
              <a:ahLst/>
              <a:cxnLst/>
              <a:rect l="l" t="t" r="r" b="b"/>
              <a:pathLst>
                <a:path w="1083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0" name="Google Shape;11040;p22"/>
            <p:cNvSpPr/>
            <p:nvPr/>
          </p:nvSpPr>
          <p:spPr>
            <a:xfrm>
              <a:off x="2297225" y="33976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1" name="Google Shape;11041;p22"/>
            <p:cNvSpPr/>
            <p:nvPr/>
          </p:nvSpPr>
          <p:spPr>
            <a:xfrm>
              <a:off x="2323875" y="3397675"/>
              <a:ext cx="27050" cy="26650"/>
            </a:xfrm>
            <a:custGeom>
              <a:avLst/>
              <a:gdLst/>
              <a:ahLst/>
              <a:cxnLst/>
              <a:rect l="l" t="t" r="r" b="b"/>
              <a:pathLst>
                <a:path w="1082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2" name="Google Shape;11042;p22"/>
            <p:cNvSpPr/>
            <p:nvPr/>
          </p:nvSpPr>
          <p:spPr>
            <a:xfrm>
              <a:off x="2136175" y="3424300"/>
              <a:ext cx="26650" cy="27075"/>
            </a:xfrm>
            <a:custGeom>
              <a:avLst/>
              <a:gdLst/>
              <a:ahLst/>
              <a:cxnLst/>
              <a:rect l="l" t="t" r="r" b="b"/>
              <a:pathLst>
                <a:path w="1066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3" name="Google Shape;11043;p22"/>
            <p:cNvSpPr/>
            <p:nvPr/>
          </p:nvSpPr>
          <p:spPr>
            <a:xfrm>
              <a:off x="2162800" y="3424300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3" y="108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4" name="Google Shape;11044;p22"/>
            <p:cNvSpPr/>
            <p:nvPr/>
          </p:nvSpPr>
          <p:spPr>
            <a:xfrm>
              <a:off x="2189850" y="34243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5" name="Google Shape;11045;p22"/>
            <p:cNvSpPr/>
            <p:nvPr/>
          </p:nvSpPr>
          <p:spPr>
            <a:xfrm>
              <a:off x="2216500" y="342430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6" name="Google Shape;11046;p22"/>
            <p:cNvSpPr/>
            <p:nvPr/>
          </p:nvSpPr>
          <p:spPr>
            <a:xfrm>
              <a:off x="2243525" y="34243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7" name="Google Shape;11047;p22"/>
            <p:cNvSpPr/>
            <p:nvPr/>
          </p:nvSpPr>
          <p:spPr>
            <a:xfrm>
              <a:off x="2270175" y="3424300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8" name="Google Shape;11048;p22"/>
            <p:cNvSpPr/>
            <p:nvPr/>
          </p:nvSpPr>
          <p:spPr>
            <a:xfrm>
              <a:off x="2297225" y="34243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9" name="Google Shape;11049;p22"/>
            <p:cNvSpPr/>
            <p:nvPr/>
          </p:nvSpPr>
          <p:spPr>
            <a:xfrm>
              <a:off x="2323875" y="342430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0" name="Google Shape;11050;p22"/>
            <p:cNvSpPr/>
            <p:nvPr/>
          </p:nvSpPr>
          <p:spPr>
            <a:xfrm>
              <a:off x="2136175" y="3451350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1" name="Google Shape;11051;p22"/>
            <p:cNvSpPr/>
            <p:nvPr/>
          </p:nvSpPr>
          <p:spPr>
            <a:xfrm>
              <a:off x="2162800" y="34513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3" y="1066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2" name="Google Shape;11052;p22"/>
            <p:cNvSpPr/>
            <p:nvPr/>
          </p:nvSpPr>
          <p:spPr>
            <a:xfrm>
              <a:off x="2189850" y="3451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3" name="Google Shape;11053;p22"/>
            <p:cNvSpPr/>
            <p:nvPr/>
          </p:nvSpPr>
          <p:spPr>
            <a:xfrm>
              <a:off x="2216500" y="3451350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4" name="Google Shape;11054;p22"/>
            <p:cNvSpPr/>
            <p:nvPr/>
          </p:nvSpPr>
          <p:spPr>
            <a:xfrm>
              <a:off x="2243525" y="3451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5" name="Google Shape;11055;p22"/>
            <p:cNvSpPr/>
            <p:nvPr/>
          </p:nvSpPr>
          <p:spPr>
            <a:xfrm>
              <a:off x="2270175" y="34513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6" name="Google Shape;11056;p22"/>
            <p:cNvSpPr/>
            <p:nvPr/>
          </p:nvSpPr>
          <p:spPr>
            <a:xfrm>
              <a:off x="2297225" y="3451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7" name="Google Shape;11057;p22"/>
            <p:cNvSpPr/>
            <p:nvPr/>
          </p:nvSpPr>
          <p:spPr>
            <a:xfrm>
              <a:off x="2323875" y="3451350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8" name="Google Shape;11058;p22"/>
            <p:cNvSpPr/>
            <p:nvPr/>
          </p:nvSpPr>
          <p:spPr>
            <a:xfrm>
              <a:off x="2350900" y="329030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9" name="Google Shape;11059;p22"/>
            <p:cNvSpPr/>
            <p:nvPr/>
          </p:nvSpPr>
          <p:spPr>
            <a:xfrm>
              <a:off x="2350900" y="33173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7" y="106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0" name="Google Shape;11060;p22"/>
            <p:cNvSpPr/>
            <p:nvPr/>
          </p:nvSpPr>
          <p:spPr>
            <a:xfrm>
              <a:off x="2350900" y="33439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1" name="Google Shape;11061;p22"/>
            <p:cNvSpPr/>
            <p:nvPr/>
          </p:nvSpPr>
          <p:spPr>
            <a:xfrm>
              <a:off x="2350900" y="33710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2" name="Google Shape;11062;p22"/>
            <p:cNvSpPr/>
            <p:nvPr/>
          </p:nvSpPr>
          <p:spPr>
            <a:xfrm>
              <a:off x="2350900" y="33976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3" name="Google Shape;11063;p22"/>
            <p:cNvSpPr/>
            <p:nvPr/>
          </p:nvSpPr>
          <p:spPr>
            <a:xfrm>
              <a:off x="2350900" y="34243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4" name="Google Shape;11064;p22"/>
            <p:cNvSpPr/>
            <p:nvPr/>
          </p:nvSpPr>
          <p:spPr>
            <a:xfrm>
              <a:off x="2350900" y="3451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65" name="Google Shape;11065;p22"/>
          <p:cNvGrpSpPr/>
          <p:nvPr/>
        </p:nvGrpSpPr>
        <p:grpSpPr>
          <a:xfrm rot="2700000">
            <a:off x="7604780" y="3991717"/>
            <a:ext cx="746807" cy="748501"/>
            <a:chOff x="2895575" y="3314200"/>
            <a:chExt cx="165400" cy="165775"/>
          </a:xfrm>
        </p:grpSpPr>
        <p:sp>
          <p:nvSpPr>
            <p:cNvPr id="11066" name="Google Shape;11066;p22"/>
            <p:cNvSpPr/>
            <p:nvPr/>
          </p:nvSpPr>
          <p:spPr>
            <a:xfrm>
              <a:off x="2990025" y="3314200"/>
              <a:ext cx="23925" cy="23525"/>
            </a:xfrm>
            <a:custGeom>
              <a:avLst/>
              <a:gdLst/>
              <a:ahLst/>
              <a:cxnLst/>
              <a:rect l="l" t="t" r="r" b="b"/>
              <a:pathLst>
                <a:path w="957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57" y="941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7" name="Google Shape;11067;p22"/>
            <p:cNvSpPr/>
            <p:nvPr/>
          </p:nvSpPr>
          <p:spPr>
            <a:xfrm>
              <a:off x="3013925" y="3314200"/>
              <a:ext cx="23550" cy="23525"/>
            </a:xfrm>
            <a:custGeom>
              <a:avLst/>
              <a:gdLst/>
              <a:ahLst/>
              <a:cxnLst/>
              <a:rect l="l" t="t" r="r" b="b"/>
              <a:pathLst>
                <a:path w="942" h="941" extrusionOk="0">
                  <a:moveTo>
                    <a:pt x="1" y="0"/>
                  </a:moveTo>
                  <a:lnTo>
                    <a:pt x="1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8" name="Google Shape;11068;p22"/>
            <p:cNvSpPr/>
            <p:nvPr/>
          </p:nvSpPr>
          <p:spPr>
            <a:xfrm>
              <a:off x="3037450" y="3314200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9" name="Google Shape;11069;p22"/>
            <p:cNvSpPr/>
            <p:nvPr/>
          </p:nvSpPr>
          <p:spPr>
            <a:xfrm>
              <a:off x="2966525" y="3337700"/>
              <a:ext cx="23525" cy="23550"/>
            </a:xfrm>
            <a:custGeom>
              <a:avLst/>
              <a:gdLst/>
              <a:ahLst/>
              <a:cxnLst/>
              <a:rect l="l" t="t" r="r" b="b"/>
              <a:pathLst>
                <a:path w="941" h="942" extrusionOk="0">
                  <a:moveTo>
                    <a:pt x="0" y="1"/>
                  </a:moveTo>
                  <a:lnTo>
                    <a:pt x="0" y="941"/>
                  </a:lnTo>
                  <a:lnTo>
                    <a:pt x="940" y="941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0" name="Google Shape;11070;p22"/>
            <p:cNvSpPr/>
            <p:nvPr/>
          </p:nvSpPr>
          <p:spPr>
            <a:xfrm>
              <a:off x="2990025" y="3337700"/>
              <a:ext cx="23925" cy="23550"/>
            </a:xfrm>
            <a:custGeom>
              <a:avLst/>
              <a:gdLst/>
              <a:ahLst/>
              <a:cxnLst/>
              <a:rect l="l" t="t" r="r" b="b"/>
              <a:pathLst>
                <a:path w="957" h="942" extrusionOk="0">
                  <a:moveTo>
                    <a:pt x="0" y="1"/>
                  </a:moveTo>
                  <a:lnTo>
                    <a:pt x="0" y="941"/>
                  </a:lnTo>
                  <a:lnTo>
                    <a:pt x="957" y="941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1" name="Google Shape;11071;p22"/>
            <p:cNvSpPr/>
            <p:nvPr/>
          </p:nvSpPr>
          <p:spPr>
            <a:xfrm>
              <a:off x="3013925" y="3337700"/>
              <a:ext cx="23550" cy="23550"/>
            </a:xfrm>
            <a:custGeom>
              <a:avLst/>
              <a:gdLst/>
              <a:ahLst/>
              <a:cxnLst/>
              <a:rect l="l" t="t" r="r" b="b"/>
              <a:pathLst>
                <a:path w="942" h="942" extrusionOk="0">
                  <a:moveTo>
                    <a:pt x="1" y="1"/>
                  </a:moveTo>
                  <a:lnTo>
                    <a:pt x="1" y="941"/>
                  </a:lnTo>
                  <a:lnTo>
                    <a:pt x="941" y="941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2" name="Google Shape;11072;p22"/>
            <p:cNvSpPr/>
            <p:nvPr/>
          </p:nvSpPr>
          <p:spPr>
            <a:xfrm>
              <a:off x="3037450" y="3337700"/>
              <a:ext cx="23525" cy="23550"/>
            </a:xfrm>
            <a:custGeom>
              <a:avLst/>
              <a:gdLst/>
              <a:ahLst/>
              <a:cxnLst/>
              <a:rect l="l" t="t" r="r" b="b"/>
              <a:pathLst>
                <a:path w="941" h="942" extrusionOk="0">
                  <a:moveTo>
                    <a:pt x="0" y="1"/>
                  </a:moveTo>
                  <a:lnTo>
                    <a:pt x="0" y="941"/>
                  </a:lnTo>
                  <a:lnTo>
                    <a:pt x="941" y="941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3" name="Google Shape;11073;p22"/>
            <p:cNvSpPr/>
            <p:nvPr/>
          </p:nvSpPr>
          <p:spPr>
            <a:xfrm>
              <a:off x="2942600" y="3361225"/>
              <a:ext cx="23950" cy="23925"/>
            </a:xfrm>
            <a:custGeom>
              <a:avLst/>
              <a:gdLst/>
              <a:ahLst/>
              <a:cxnLst/>
              <a:rect l="l" t="t" r="r" b="b"/>
              <a:pathLst>
                <a:path w="958" h="957" extrusionOk="0">
                  <a:moveTo>
                    <a:pt x="1" y="0"/>
                  </a:moveTo>
                  <a:lnTo>
                    <a:pt x="1" y="956"/>
                  </a:lnTo>
                  <a:lnTo>
                    <a:pt x="957" y="956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4" name="Google Shape;11074;p22"/>
            <p:cNvSpPr/>
            <p:nvPr/>
          </p:nvSpPr>
          <p:spPr>
            <a:xfrm>
              <a:off x="2966525" y="3361225"/>
              <a:ext cx="23525" cy="23925"/>
            </a:xfrm>
            <a:custGeom>
              <a:avLst/>
              <a:gdLst/>
              <a:ahLst/>
              <a:cxnLst/>
              <a:rect l="l" t="t" r="r" b="b"/>
              <a:pathLst>
                <a:path w="941" h="957" extrusionOk="0">
                  <a:moveTo>
                    <a:pt x="0" y="0"/>
                  </a:moveTo>
                  <a:lnTo>
                    <a:pt x="0" y="956"/>
                  </a:lnTo>
                  <a:lnTo>
                    <a:pt x="940" y="956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5" name="Google Shape;11075;p22"/>
            <p:cNvSpPr/>
            <p:nvPr/>
          </p:nvSpPr>
          <p:spPr>
            <a:xfrm>
              <a:off x="2990025" y="3361225"/>
              <a:ext cx="23925" cy="23925"/>
            </a:xfrm>
            <a:custGeom>
              <a:avLst/>
              <a:gdLst/>
              <a:ahLst/>
              <a:cxnLst/>
              <a:rect l="l" t="t" r="r" b="b"/>
              <a:pathLst>
                <a:path w="957" h="957" extrusionOk="0">
                  <a:moveTo>
                    <a:pt x="0" y="0"/>
                  </a:moveTo>
                  <a:lnTo>
                    <a:pt x="0" y="956"/>
                  </a:lnTo>
                  <a:lnTo>
                    <a:pt x="957" y="956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6" name="Google Shape;11076;p22"/>
            <p:cNvSpPr/>
            <p:nvPr/>
          </p:nvSpPr>
          <p:spPr>
            <a:xfrm>
              <a:off x="3013925" y="3361225"/>
              <a:ext cx="23550" cy="23925"/>
            </a:xfrm>
            <a:custGeom>
              <a:avLst/>
              <a:gdLst/>
              <a:ahLst/>
              <a:cxnLst/>
              <a:rect l="l" t="t" r="r" b="b"/>
              <a:pathLst>
                <a:path w="942" h="957" extrusionOk="0">
                  <a:moveTo>
                    <a:pt x="1" y="0"/>
                  </a:moveTo>
                  <a:lnTo>
                    <a:pt x="1" y="956"/>
                  </a:lnTo>
                  <a:lnTo>
                    <a:pt x="941" y="95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7" name="Google Shape;11077;p22"/>
            <p:cNvSpPr/>
            <p:nvPr/>
          </p:nvSpPr>
          <p:spPr>
            <a:xfrm>
              <a:off x="3037450" y="3361225"/>
              <a:ext cx="23525" cy="23925"/>
            </a:xfrm>
            <a:custGeom>
              <a:avLst/>
              <a:gdLst/>
              <a:ahLst/>
              <a:cxnLst/>
              <a:rect l="l" t="t" r="r" b="b"/>
              <a:pathLst>
                <a:path w="941" h="957" extrusionOk="0">
                  <a:moveTo>
                    <a:pt x="0" y="0"/>
                  </a:moveTo>
                  <a:lnTo>
                    <a:pt x="0" y="956"/>
                  </a:lnTo>
                  <a:lnTo>
                    <a:pt x="941" y="95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8" name="Google Shape;11078;p22"/>
            <p:cNvSpPr/>
            <p:nvPr/>
          </p:nvSpPr>
          <p:spPr>
            <a:xfrm>
              <a:off x="2919100" y="3385125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9" name="Google Shape;11079;p22"/>
            <p:cNvSpPr/>
            <p:nvPr/>
          </p:nvSpPr>
          <p:spPr>
            <a:xfrm>
              <a:off x="2942600" y="3385125"/>
              <a:ext cx="23950" cy="23525"/>
            </a:xfrm>
            <a:custGeom>
              <a:avLst/>
              <a:gdLst/>
              <a:ahLst/>
              <a:cxnLst/>
              <a:rect l="l" t="t" r="r" b="b"/>
              <a:pathLst>
                <a:path w="958" h="941" extrusionOk="0">
                  <a:moveTo>
                    <a:pt x="1" y="0"/>
                  </a:moveTo>
                  <a:lnTo>
                    <a:pt x="1" y="941"/>
                  </a:lnTo>
                  <a:lnTo>
                    <a:pt x="957" y="941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0" name="Google Shape;11080;p22"/>
            <p:cNvSpPr/>
            <p:nvPr/>
          </p:nvSpPr>
          <p:spPr>
            <a:xfrm>
              <a:off x="2966525" y="3385125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0" y="941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1" name="Google Shape;11081;p22"/>
            <p:cNvSpPr/>
            <p:nvPr/>
          </p:nvSpPr>
          <p:spPr>
            <a:xfrm>
              <a:off x="2895575" y="3456050"/>
              <a:ext cx="23550" cy="23925"/>
            </a:xfrm>
            <a:custGeom>
              <a:avLst/>
              <a:gdLst/>
              <a:ahLst/>
              <a:cxnLst/>
              <a:rect l="l" t="t" r="r" b="b"/>
              <a:pathLst>
                <a:path w="942" h="957" extrusionOk="0">
                  <a:moveTo>
                    <a:pt x="1" y="1"/>
                  </a:moveTo>
                  <a:lnTo>
                    <a:pt x="1" y="957"/>
                  </a:lnTo>
                  <a:lnTo>
                    <a:pt x="941" y="95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2" name="Google Shape;11082;p22"/>
            <p:cNvSpPr/>
            <p:nvPr/>
          </p:nvSpPr>
          <p:spPr>
            <a:xfrm>
              <a:off x="2990025" y="3385125"/>
              <a:ext cx="23925" cy="23525"/>
            </a:xfrm>
            <a:custGeom>
              <a:avLst/>
              <a:gdLst/>
              <a:ahLst/>
              <a:cxnLst/>
              <a:rect l="l" t="t" r="r" b="b"/>
              <a:pathLst>
                <a:path w="957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57" y="941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3" name="Google Shape;11083;p22"/>
            <p:cNvSpPr/>
            <p:nvPr/>
          </p:nvSpPr>
          <p:spPr>
            <a:xfrm>
              <a:off x="3013925" y="3385125"/>
              <a:ext cx="23550" cy="23525"/>
            </a:xfrm>
            <a:custGeom>
              <a:avLst/>
              <a:gdLst/>
              <a:ahLst/>
              <a:cxnLst/>
              <a:rect l="l" t="t" r="r" b="b"/>
              <a:pathLst>
                <a:path w="942" h="941" extrusionOk="0">
                  <a:moveTo>
                    <a:pt x="1" y="0"/>
                  </a:moveTo>
                  <a:lnTo>
                    <a:pt x="1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4" name="Google Shape;11084;p22"/>
            <p:cNvSpPr/>
            <p:nvPr/>
          </p:nvSpPr>
          <p:spPr>
            <a:xfrm>
              <a:off x="2919100" y="3408625"/>
              <a:ext cx="23525" cy="23950"/>
            </a:xfrm>
            <a:custGeom>
              <a:avLst/>
              <a:gdLst/>
              <a:ahLst/>
              <a:cxnLst/>
              <a:rect l="l" t="t" r="r" b="b"/>
              <a:pathLst>
                <a:path w="941" h="958" extrusionOk="0">
                  <a:moveTo>
                    <a:pt x="0" y="1"/>
                  </a:moveTo>
                  <a:lnTo>
                    <a:pt x="0" y="957"/>
                  </a:lnTo>
                  <a:lnTo>
                    <a:pt x="941" y="95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5" name="Google Shape;11085;p22"/>
            <p:cNvSpPr/>
            <p:nvPr/>
          </p:nvSpPr>
          <p:spPr>
            <a:xfrm>
              <a:off x="2942600" y="3408625"/>
              <a:ext cx="23950" cy="23950"/>
            </a:xfrm>
            <a:custGeom>
              <a:avLst/>
              <a:gdLst/>
              <a:ahLst/>
              <a:cxnLst/>
              <a:rect l="l" t="t" r="r" b="b"/>
              <a:pathLst>
                <a:path w="958" h="958" extrusionOk="0">
                  <a:moveTo>
                    <a:pt x="1" y="1"/>
                  </a:moveTo>
                  <a:lnTo>
                    <a:pt x="1" y="957"/>
                  </a:lnTo>
                  <a:lnTo>
                    <a:pt x="957" y="957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6" name="Google Shape;11086;p22"/>
            <p:cNvSpPr/>
            <p:nvPr/>
          </p:nvSpPr>
          <p:spPr>
            <a:xfrm>
              <a:off x="2966525" y="3408625"/>
              <a:ext cx="23525" cy="23950"/>
            </a:xfrm>
            <a:custGeom>
              <a:avLst/>
              <a:gdLst/>
              <a:ahLst/>
              <a:cxnLst/>
              <a:rect l="l" t="t" r="r" b="b"/>
              <a:pathLst>
                <a:path w="941" h="958" extrusionOk="0">
                  <a:moveTo>
                    <a:pt x="0" y="1"/>
                  </a:moveTo>
                  <a:lnTo>
                    <a:pt x="0" y="957"/>
                  </a:lnTo>
                  <a:lnTo>
                    <a:pt x="940" y="957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7" name="Google Shape;11087;p22"/>
            <p:cNvSpPr/>
            <p:nvPr/>
          </p:nvSpPr>
          <p:spPr>
            <a:xfrm>
              <a:off x="2990025" y="3408625"/>
              <a:ext cx="23925" cy="23950"/>
            </a:xfrm>
            <a:custGeom>
              <a:avLst/>
              <a:gdLst/>
              <a:ahLst/>
              <a:cxnLst/>
              <a:rect l="l" t="t" r="r" b="b"/>
              <a:pathLst>
                <a:path w="957" h="958" extrusionOk="0">
                  <a:moveTo>
                    <a:pt x="0" y="1"/>
                  </a:moveTo>
                  <a:lnTo>
                    <a:pt x="0" y="957"/>
                  </a:lnTo>
                  <a:lnTo>
                    <a:pt x="957" y="957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8" name="Google Shape;11088;p22"/>
            <p:cNvSpPr/>
            <p:nvPr/>
          </p:nvSpPr>
          <p:spPr>
            <a:xfrm>
              <a:off x="2919100" y="3432550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9" name="Google Shape;11089;p22"/>
            <p:cNvSpPr/>
            <p:nvPr/>
          </p:nvSpPr>
          <p:spPr>
            <a:xfrm>
              <a:off x="2942600" y="3432550"/>
              <a:ext cx="23950" cy="23525"/>
            </a:xfrm>
            <a:custGeom>
              <a:avLst/>
              <a:gdLst/>
              <a:ahLst/>
              <a:cxnLst/>
              <a:rect l="l" t="t" r="r" b="b"/>
              <a:pathLst>
                <a:path w="958" h="941" extrusionOk="0">
                  <a:moveTo>
                    <a:pt x="1" y="0"/>
                  </a:moveTo>
                  <a:lnTo>
                    <a:pt x="1" y="941"/>
                  </a:lnTo>
                  <a:lnTo>
                    <a:pt x="957" y="941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0" name="Google Shape;11090;p22"/>
            <p:cNvSpPr/>
            <p:nvPr/>
          </p:nvSpPr>
          <p:spPr>
            <a:xfrm>
              <a:off x="2966525" y="3432550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0" y="941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91" name="Google Shape;11091;p22"/>
          <p:cNvGrpSpPr/>
          <p:nvPr/>
        </p:nvGrpSpPr>
        <p:grpSpPr>
          <a:xfrm>
            <a:off x="7453370" y="977231"/>
            <a:ext cx="1049633" cy="523940"/>
            <a:chOff x="138482" y="584556"/>
            <a:chExt cx="1049633" cy="523940"/>
          </a:xfrm>
        </p:grpSpPr>
        <p:sp>
          <p:nvSpPr>
            <p:cNvPr id="11092" name="Google Shape;11092;p22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3" name="Google Shape;11093;p22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4" name="Google Shape;11094;p22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5" name="Google Shape;11095;p22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6" name="Google Shape;11096;p22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7" name="Google Shape;11097;p22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8" name="Google Shape;11098;p22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9" name="Google Shape;11099;p22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0" name="Google Shape;11100;p22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1" name="Google Shape;11101;p22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2" name="Google Shape;11102;p22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3" name="Google Shape;11103;p22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4" name="Google Shape;11104;p22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5" name="Google Shape;11105;p22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6" name="Google Shape;11106;p22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07" name="Google Shape;11107;p22"/>
          <p:cNvGrpSpPr/>
          <p:nvPr/>
        </p:nvGrpSpPr>
        <p:grpSpPr>
          <a:xfrm flipH="1">
            <a:off x="281257" y="1753131"/>
            <a:ext cx="1049633" cy="523940"/>
            <a:chOff x="138482" y="584556"/>
            <a:chExt cx="1049633" cy="523940"/>
          </a:xfrm>
        </p:grpSpPr>
        <p:sp>
          <p:nvSpPr>
            <p:cNvPr id="11108" name="Google Shape;11108;p22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9" name="Google Shape;11109;p22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0" name="Google Shape;11110;p22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1" name="Google Shape;11111;p22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2" name="Google Shape;11112;p22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3" name="Google Shape;11113;p22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4" name="Google Shape;11114;p22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5" name="Google Shape;11115;p22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6" name="Google Shape;11116;p22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7" name="Google Shape;11117;p22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8" name="Google Shape;11118;p22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9" name="Google Shape;11119;p22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0" name="Google Shape;11120;p22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1" name="Google Shape;11121;p22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2" name="Google Shape;11122;p22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3" name="Google Shape;11123;p22"/>
          <p:cNvGrpSpPr/>
          <p:nvPr/>
        </p:nvGrpSpPr>
        <p:grpSpPr>
          <a:xfrm>
            <a:off x="1330939" y="4028942"/>
            <a:ext cx="574607" cy="574607"/>
            <a:chOff x="2836800" y="2121375"/>
            <a:chExt cx="229650" cy="229650"/>
          </a:xfrm>
        </p:grpSpPr>
        <p:sp>
          <p:nvSpPr>
            <p:cNvPr id="11124" name="Google Shape;11124;p22"/>
            <p:cNvSpPr/>
            <p:nvPr/>
          </p:nvSpPr>
          <p:spPr>
            <a:xfrm>
              <a:off x="2894400" y="2121375"/>
              <a:ext cx="28650" cy="28650"/>
            </a:xfrm>
            <a:custGeom>
              <a:avLst/>
              <a:gdLst/>
              <a:ahLst/>
              <a:cxnLst/>
              <a:rect l="l" t="t" r="r" b="b"/>
              <a:pathLst>
                <a:path w="1146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5" name="Google Shape;11125;p22"/>
            <p:cNvSpPr/>
            <p:nvPr/>
          </p:nvSpPr>
          <p:spPr>
            <a:xfrm>
              <a:off x="2923025" y="21213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44" y="1145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6" name="Google Shape;11126;p22"/>
            <p:cNvSpPr/>
            <p:nvPr/>
          </p:nvSpPr>
          <p:spPr>
            <a:xfrm>
              <a:off x="2865800" y="2150000"/>
              <a:ext cx="28625" cy="29000"/>
            </a:xfrm>
            <a:custGeom>
              <a:avLst/>
              <a:gdLst/>
              <a:ahLst/>
              <a:cxnLst/>
              <a:rect l="l" t="t" r="r" b="b"/>
              <a:pathLst>
                <a:path w="1145" h="1160" extrusionOk="0">
                  <a:moveTo>
                    <a:pt x="1" y="0"/>
                  </a:moveTo>
                  <a:lnTo>
                    <a:pt x="1" y="1160"/>
                  </a:lnTo>
                  <a:lnTo>
                    <a:pt x="1145" y="1160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7" name="Google Shape;11127;p22"/>
            <p:cNvSpPr/>
            <p:nvPr/>
          </p:nvSpPr>
          <p:spPr>
            <a:xfrm>
              <a:off x="2894400" y="2150000"/>
              <a:ext cx="28650" cy="29000"/>
            </a:xfrm>
            <a:custGeom>
              <a:avLst/>
              <a:gdLst/>
              <a:ahLst/>
              <a:cxnLst/>
              <a:rect l="l" t="t" r="r" b="b"/>
              <a:pathLst>
                <a:path w="1146" h="1160" extrusionOk="0">
                  <a:moveTo>
                    <a:pt x="1" y="0"/>
                  </a:moveTo>
                  <a:lnTo>
                    <a:pt x="1" y="1160"/>
                  </a:lnTo>
                  <a:lnTo>
                    <a:pt x="1145" y="1160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8" name="Google Shape;11128;p22"/>
            <p:cNvSpPr/>
            <p:nvPr/>
          </p:nvSpPr>
          <p:spPr>
            <a:xfrm>
              <a:off x="2923025" y="2150000"/>
              <a:ext cx="28625" cy="29000"/>
            </a:xfrm>
            <a:custGeom>
              <a:avLst/>
              <a:gdLst/>
              <a:ahLst/>
              <a:cxnLst/>
              <a:rect l="l" t="t" r="r" b="b"/>
              <a:pathLst>
                <a:path w="1145" h="1160" extrusionOk="0">
                  <a:moveTo>
                    <a:pt x="0" y="0"/>
                  </a:moveTo>
                  <a:lnTo>
                    <a:pt x="0" y="1160"/>
                  </a:lnTo>
                  <a:lnTo>
                    <a:pt x="1144" y="116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9" name="Google Shape;11129;p22"/>
            <p:cNvSpPr/>
            <p:nvPr/>
          </p:nvSpPr>
          <p:spPr>
            <a:xfrm>
              <a:off x="2951625" y="2150000"/>
              <a:ext cx="29025" cy="29000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0" y="0"/>
                  </a:moveTo>
                  <a:lnTo>
                    <a:pt x="0" y="1160"/>
                  </a:lnTo>
                  <a:lnTo>
                    <a:pt x="1160" y="1160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0" name="Google Shape;11130;p22"/>
            <p:cNvSpPr/>
            <p:nvPr/>
          </p:nvSpPr>
          <p:spPr>
            <a:xfrm>
              <a:off x="2836800" y="2178975"/>
              <a:ext cx="29025" cy="28650"/>
            </a:xfrm>
            <a:custGeom>
              <a:avLst/>
              <a:gdLst/>
              <a:ahLst/>
              <a:cxnLst/>
              <a:rect l="l" t="t" r="r" b="b"/>
              <a:pathLst>
                <a:path w="1161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61" y="1145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1" name="Google Shape;11131;p22"/>
            <p:cNvSpPr/>
            <p:nvPr/>
          </p:nvSpPr>
          <p:spPr>
            <a:xfrm>
              <a:off x="2865800" y="21789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2" name="Google Shape;11132;p22"/>
            <p:cNvSpPr/>
            <p:nvPr/>
          </p:nvSpPr>
          <p:spPr>
            <a:xfrm>
              <a:off x="2894400" y="2178975"/>
              <a:ext cx="28650" cy="28650"/>
            </a:xfrm>
            <a:custGeom>
              <a:avLst/>
              <a:gdLst/>
              <a:ahLst/>
              <a:cxnLst/>
              <a:rect l="l" t="t" r="r" b="b"/>
              <a:pathLst>
                <a:path w="1146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3" name="Google Shape;11133;p22"/>
            <p:cNvSpPr/>
            <p:nvPr/>
          </p:nvSpPr>
          <p:spPr>
            <a:xfrm>
              <a:off x="2923025" y="21789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44" y="1145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4" name="Google Shape;11134;p22"/>
            <p:cNvSpPr/>
            <p:nvPr/>
          </p:nvSpPr>
          <p:spPr>
            <a:xfrm>
              <a:off x="2951625" y="2178975"/>
              <a:ext cx="29025" cy="28650"/>
            </a:xfrm>
            <a:custGeom>
              <a:avLst/>
              <a:gdLst/>
              <a:ahLst/>
              <a:cxnLst/>
              <a:rect l="l" t="t" r="r" b="b"/>
              <a:pathLst>
                <a:path w="1161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60" y="1145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5" name="Google Shape;11135;p22"/>
            <p:cNvSpPr/>
            <p:nvPr/>
          </p:nvSpPr>
          <p:spPr>
            <a:xfrm>
              <a:off x="2980625" y="21789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6" name="Google Shape;11136;p22"/>
            <p:cNvSpPr/>
            <p:nvPr/>
          </p:nvSpPr>
          <p:spPr>
            <a:xfrm>
              <a:off x="2836800" y="2207600"/>
              <a:ext cx="29025" cy="28625"/>
            </a:xfrm>
            <a:custGeom>
              <a:avLst/>
              <a:gdLst/>
              <a:ahLst/>
              <a:cxnLst/>
              <a:rect l="l" t="t" r="r" b="b"/>
              <a:pathLst>
                <a:path w="1161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61" y="1144"/>
                  </a:lnTo>
                  <a:lnTo>
                    <a:pt x="1161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7" name="Google Shape;11137;p22"/>
            <p:cNvSpPr/>
            <p:nvPr/>
          </p:nvSpPr>
          <p:spPr>
            <a:xfrm>
              <a:off x="2865800" y="22076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45" y="1144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8" name="Google Shape;11138;p22"/>
            <p:cNvSpPr/>
            <p:nvPr/>
          </p:nvSpPr>
          <p:spPr>
            <a:xfrm>
              <a:off x="2894400" y="2207600"/>
              <a:ext cx="28650" cy="28625"/>
            </a:xfrm>
            <a:custGeom>
              <a:avLst/>
              <a:gdLst/>
              <a:ahLst/>
              <a:cxnLst/>
              <a:rect l="l" t="t" r="r" b="b"/>
              <a:pathLst>
                <a:path w="1146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45" y="1144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9" name="Google Shape;11139;p22"/>
            <p:cNvSpPr/>
            <p:nvPr/>
          </p:nvSpPr>
          <p:spPr>
            <a:xfrm>
              <a:off x="2923025" y="22076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0" y="0"/>
                  </a:moveTo>
                  <a:lnTo>
                    <a:pt x="0" y="1144"/>
                  </a:lnTo>
                  <a:lnTo>
                    <a:pt x="1144" y="1144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0" name="Google Shape;11140;p22"/>
            <p:cNvSpPr/>
            <p:nvPr/>
          </p:nvSpPr>
          <p:spPr>
            <a:xfrm>
              <a:off x="2951625" y="2207600"/>
              <a:ext cx="29025" cy="28625"/>
            </a:xfrm>
            <a:custGeom>
              <a:avLst/>
              <a:gdLst/>
              <a:ahLst/>
              <a:cxnLst/>
              <a:rect l="l" t="t" r="r" b="b"/>
              <a:pathLst>
                <a:path w="1161" h="1145" extrusionOk="0">
                  <a:moveTo>
                    <a:pt x="0" y="0"/>
                  </a:moveTo>
                  <a:lnTo>
                    <a:pt x="0" y="1144"/>
                  </a:lnTo>
                  <a:lnTo>
                    <a:pt x="1160" y="1144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1" name="Google Shape;11141;p22"/>
            <p:cNvSpPr/>
            <p:nvPr/>
          </p:nvSpPr>
          <p:spPr>
            <a:xfrm>
              <a:off x="2980625" y="22076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0" y="0"/>
                  </a:moveTo>
                  <a:lnTo>
                    <a:pt x="0" y="1144"/>
                  </a:lnTo>
                  <a:lnTo>
                    <a:pt x="1145" y="1144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2" name="Google Shape;11142;p22"/>
            <p:cNvSpPr/>
            <p:nvPr/>
          </p:nvSpPr>
          <p:spPr>
            <a:xfrm>
              <a:off x="2865800" y="22362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0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3" name="Google Shape;11143;p22"/>
            <p:cNvSpPr/>
            <p:nvPr/>
          </p:nvSpPr>
          <p:spPr>
            <a:xfrm>
              <a:off x="2894400" y="2236200"/>
              <a:ext cx="28650" cy="28625"/>
            </a:xfrm>
            <a:custGeom>
              <a:avLst/>
              <a:gdLst/>
              <a:ahLst/>
              <a:cxnLst/>
              <a:rect l="l" t="t" r="r" b="b"/>
              <a:pathLst>
                <a:path w="1146" h="1145" extrusionOk="0">
                  <a:moveTo>
                    <a:pt x="1" y="0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4" name="Google Shape;11144;p22"/>
            <p:cNvSpPr/>
            <p:nvPr/>
          </p:nvSpPr>
          <p:spPr>
            <a:xfrm>
              <a:off x="2923025" y="22362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0" y="0"/>
                  </a:moveTo>
                  <a:lnTo>
                    <a:pt x="0" y="1145"/>
                  </a:lnTo>
                  <a:lnTo>
                    <a:pt x="1144" y="1145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5" name="Google Shape;11145;p22"/>
            <p:cNvSpPr/>
            <p:nvPr/>
          </p:nvSpPr>
          <p:spPr>
            <a:xfrm>
              <a:off x="2951625" y="2236200"/>
              <a:ext cx="29025" cy="28625"/>
            </a:xfrm>
            <a:custGeom>
              <a:avLst/>
              <a:gdLst/>
              <a:ahLst/>
              <a:cxnLst/>
              <a:rect l="l" t="t" r="r" b="b"/>
              <a:pathLst>
                <a:path w="1161" h="1145" extrusionOk="0">
                  <a:moveTo>
                    <a:pt x="0" y="0"/>
                  </a:moveTo>
                  <a:lnTo>
                    <a:pt x="0" y="1145"/>
                  </a:lnTo>
                  <a:lnTo>
                    <a:pt x="1160" y="1145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6" name="Google Shape;11146;p22"/>
            <p:cNvSpPr/>
            <p:nvPr/>
          </p:nvSpPr>
          <p:spPr>
            <a:xfrm>
              <a:off x="2894400" y="2264800"/>
              <a:ext cx="28650" cy="29025"/>
            </a:xfrm>
            <a:custGeom>
              <a:avLst/>
              <a:gdLst/>
              <a:ahLst/>
              <a:cxnLst/>
              <a:rect l="l" t="t" r="r" b="b"/>
              <a:pathLst>
                <a:path w="1146" h="1161" extrusionOk="0">
                  <a:moveTo>
                    <a:pt x="1" y="1"/>
                  </a:moveTo>
                  <a:lnTo>
                    <a:pt x="1" y="1160"/>
                  </a:lnTo>
                  <a:lnTo>
                    <a:pt x="1145" y="1160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7" name="Google Shape;11147;p22"/>
            <p:cNvSpPr/>
            <p:nvPr/>
          </p:nvSpPr>
          <p:spPr>
            <a:xfrm>
              <a:off x="2923025" y="2264800"/>
              <a:ext cx="28625" cy="29025"/>
            </a:xfrm>
            <a:custGeom>
              <a:avLst/>
              <a:gdLst/>
              <a:ahLst/>
              <a:cxnLst/>
              <a:rect l="l" t="t" r="r" b="b"/>
              <a:pathLst>
                <a:path w="1145" h="1161" extrusionOk="0">
                  <a:moveTo>
                    <a:pt x="0" y="1"/>
                  </a:moveTo>
                  <a:lnTo>
                    <a:pt x="0" y="1160"/>
                  </a:lnTo>
                  <a:lnTo>
                    <a:pt x="1144" y="1160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8" name="Google Shape;11148;p22"/>
            <p:cNvSpPr/>
            <p:nvPr/>
          </p:nvSpPr>
          <p:spPr>
            <a:xfrm>
              <a:off x="2980625" y="2264800"/>
              <a:ext cx="28625" cy="29025"/>
            </a:xfrm>
            <a:custGeom>
              <a:avLst/>
              <a:gdLst/>
              <a:ahLst/>
              <a:cxnLst/>
              <a:rect l="l" t="t" r="r" b="b"/>
              <a:pathLst>
                <a:path w="1145" h="1161" extrusionOk="0">
                  <a:moveTo>
                    <a:pt x="0" y="1"/>
                  </a:moveTo>
                  <a:lnTo>
                    <a:pt x="0" y="1160"/>
                  </a:lnTo>
                  <a:lnTo>
                    <a:pt x="1145" y="1160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9" name="Google Shape;11149;p22"/>
            <p:cNvSpPr/>
            <p:nvPr/>
          </p:nvSpPr>
          <p:spPr>
            <a:xfrm>
              <a:off x="3009225" y="22938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0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0" name="Google Shape;11150;p22"/>
            <p:cNvSpPr/>
            <p:nvPr/>
          </p:nvSpPr>
          <p:spPr>
            <a:xfrm>
              <a:off x="3037825" y="23224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1">
    <p:spTree>
      <p:nvGrpSpPr>
        <p:cNvPr id="1" name="Shape 1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9" name="Google Shape;12779;p26"/>
          <p:cNvSpPr txBox="1"/>
          <p:nvPr/>
        </p:nvSpPr>
        <p:spPr>
          <a:xfrm>
            <a:off x="2510399" y="3266825"/>
            <a:ext cx="41232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5238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CREDITS: This presentation template was created by </a:t>
            </a:r>
            <a:r>
              <a:rPr lang="en" sz="1200" b="1">
                <a:solidFill>
                  <a:srgbClr val="1D1D1B"/>
                </a:solidFill>
                <a:latin typeface="Advent Pro"/>
                <a:ea typeface="Advent Pro"/>
                <a:cs typeface="Advent Pro"/>
                <a:sym typeface="Advent Pro"/>
              </a:rPr>
              <a:t>Slidesgo</a:t>
            </a:r>
            <a:r>
              <a:rPr lang="en" sz="1200">
                <a:solidFill>
                  <a:srgbClr val="35238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, including icons by </a:t>
            </a:r>
            <a:r>
              <a:rPr lang="en" sz="1200" b="1">
                <a:solidFill>
                  <a:srgbClr val="1D1D1B"/>
                </a:solidFill>
                <a:latin typeface="Advent Pro"/>
                <a:ea typeface="Advent Pro"/>
                <a:cs typeface="Advent Pro"/>
                <a:sym typeface="Advent Pro"/>
              </a:rPr>
              <a:t>Flaticon</a:t>
            </a:r>
            <a:r>
              <a:rPr lang="en" sz="1200">
                <a:solidFill>
                  <a:srgbClr val="35238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, and infographics &amp; images by </a:t>
            </a:r>
            <a:r>
              <a:rPr lang="en" sz="1200" b="1">
                <a:solidFill>
                  <a:srgbClr val="1D1D1B"/>
                </a:solidFill>
                <a:latin typeface="Advent Pro"/>
                <a:ea typeface="Advent Pro"/>
                <a:cs typeface="Advent Pro"/>
                <a:sym typeface="Advent Pro"/>
              </a:rPr>
              <a:t>Freepik</a:t>
            </a:r>
            <a:endParaRPr sz="1200" b="1">
              <a:solidFill>
                <a:srgbClr val="1D1D1B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grpSp>
        <p:nvGrpSpPr>
          <p:cNvPr id="12780" name="Google Shape;12780;p26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2781" name="Google Shape;12781;p26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2782" name="Google Shape;12782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3" name="Google Shape;12783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4" name="Google Shape;12784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5" name="Google Shape;12785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6" name="Google Shape;12786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7" name="Google Shape;12787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8" name="Google Shape;12788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9" name="Google Shape;12789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0" name="Google Shape;12790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1" name="Google Shape;12791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2" name="Google Shape;12792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3" name="Google Shape;12793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4" name="Google Shape;12794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5" name="Google Shape;12795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6" name="Google Shape;12796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7" name="Google Shape;12797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8" name="Google Shape;12798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9" name="Google Shape;12799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0" name="Google Shape;12800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1" name="Google Shape;12801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2" name="Google Shape;12802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3" name="Google Shape;12803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4" name="Google Shape;12804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5" name="Google Shape;12805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6" name="Google Shape;12806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7" name="Google Shape;12807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8" name="Google Shape;12808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9" name="Google Shape;12809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0" name="Google Shape;12810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1" name="Google Shape;12811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2" name="Google Shape;12812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3" name="Google Shape;12813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4" name="Google Shape;12814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5" name="Google Shape;12815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6" name="Google Shape;12816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7" name="Google Shape;12817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8" name="Google Shape;12818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9" name="Google Shape;12819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0" name="Google Shape;12820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1" name="Google Shape;12821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2" name="Google Shape;12822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3" name="Google Shape;12823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4" name="Google Shape;12824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25" name="Google Shape;12825;p26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2826" name="Google Shape;12826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7" name="Google Shape;12827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8" name="Google Shape;12828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9" name="Google Shape;12829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0" name="Google Shape;12830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1" name="Google Shape;12831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2" name="Google Shape;12832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3" name="Google Shape;12833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4" name="Google Shape;12834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5" name="Google Shape;12835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6" name="Google Shape;12836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7" name="Google Shape;12837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8" name="Google Shape;12838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9" name="Google Shape;12839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0" name="Google Shape;12840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1" name="Google Shape;12841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2" name="Google Shape;12842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3" name="Google Shape;12843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4" name="Google Shape;12844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5" name="Google Shape;12845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6" name="Google Shape;12846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7" name="Google Shape;12847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8" name="Google Shape;12848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9" name="Google Shape;12849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0" name="Google Shape;12850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1" name="Google Shape;12851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2" name="Google Shape;12852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3" name="Google Shape;12853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4" name="Google Shape;12854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5" name="Google Shape;12855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6" name="Google Shape;12856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7" name="Google Shape;12857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8" name="Google Shape;12858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9" name="Google Shape;12859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0" name="Google Shape;12860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1" name="Google Shape;12861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2" name="Google Shape;12862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3" name="Google Shape;12863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4" name="Google Shape;12864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5" name="Google Shape;12865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6" name="Google Shape;12866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7" name="Google Shape;12867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8" name="Google Shape;12868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69" name="Google Shape;12869;p26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2870" name="Google Shape;12870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1" name="Google Shape;12871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2" name="Google Shape;12872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3" name="Google Shape;12873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4" name="Google Shape;12874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5" name="Google Shape;12875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6" name="Google Shape;12876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7" name="Google Shape;12877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8" name="Google Shape;12878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9" name="Google Shape;12879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0" name="Google Shape;12880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1" name="Google Shape;12881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2" name="Google Shape;12882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3" name="Google Shape;12883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4" name="Google Shape;12884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5" name="Google Shape;12885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6" name="Google Shape;12886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7" name="Google Shape;12887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8" name="Google Shape;12888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9" name="Google Shape;12889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0" name="Google Shape;12890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1" name="Google Shape;12891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2" name="Google Shape;12892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3" name="Google Shape;12893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4" name="Google Shape;12894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5" name="Google Shape;12895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6" name="Google Shape;12896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7" name="Google Shape;12897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8" name="Google Shape;12898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9" name="Google Shape;12899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0" name="Google Shape;12900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1" name="Google Shape;12901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2" name="Google Shape;12902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3" name="Google Shape;12903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4" name="Google Shape;12904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5" name="Google Shape;12905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6" name="Google Shape;12906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7" name="Google Shape;12907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8" name="Google Shape;12908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9" name="Google Shape;12909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0" name="Google Shape;12910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1" name="Google Shape;12911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2" name="Google Shape;12912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13" name="Google Shape;12913;p26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2914" name="Google Shape;12914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5" name="Google Shape;12915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6" name="Google Shape;12916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7" name="Google Shape;12917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8" name="Google Shape;12918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9" name="Google Shape;12919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0" name="Google Shape;12920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1" name="Google Shape;12921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2" name="Google Shape;12922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3" name="Google Shape;12923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4" name="Google Shape;12924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5" name="Google Shape;12925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6" name="Google Shape;12926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7" name="Google Shape;12927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8" name="Google Shape;12928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9" name="Google Shape;12929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0" name="Google Shape;12930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1" name="Google Shape;12931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2" name="Google Shape;12932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3" name="Google Shape;12933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4" name="Google Shape;12934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5" name="Google Shape;12935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6" name="Google Shape;12936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7" name="Google Shape;12937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8" name="Google Shape;12938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9" name="Google Shape;12939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0" name="Google Shape;12940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1" name="Google Shape;12941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2" name="Google Shape;12942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3" name="Google Shape;12943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4" name="Google Shape;12944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5" name="Google Shape;12945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6" name="Google Shape;12946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7" name="Google Shape;12947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8" name="Google Shape;12948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9" name="Google Shape;12949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0" name="Google Shape;12950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1" name="Google Shape;12951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2" name="Google Shape;12952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3" name="Google Shape;12953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4" name="Google Shape;12954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5" name="Google Shape;12955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6" name="Google Shape;12956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57" name="Google Shape;12957;p26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2958" name="Google Shape;12958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9" name="Google Shape;12959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0" name="Google Shape;12960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1" name="Google Shape;12961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2" name="Google Shape;12962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3" name="Google Shape;12963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4" name="Google Shape;12964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5" name="Google Shape;12965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6" name="Google Shape;12966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7" name="Google Shape;12967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8" name="Google Shape;12968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9" name="Google Shape;12969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0" name="Google Shape;12970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1" name="Google Shape;12971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2" name="Google Shape;12972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3" name="Google Shape;12973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4" name="Google Shape;12974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5" name="Google Shape;12975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6" name="Google Shape;12976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7" name="Google Shape;12977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8" name="Google Shape;12978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9" name="Google Shape;12979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0" name="Google Shape;12980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1" name="Google Shape;12981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2" name="Google Shape;12982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3" name="Google Shape;12983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4" name="Google Shape;12984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5" name="Google Shape;12985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6" name="Google Shape;12986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7" name="Google Shape;12987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8" name="Google Shape;12988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9" name="Google Shape;12989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0" name="Google Shape;12990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1" name="Google Shape;12991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2" name="Google Shape;12992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3" name="Google Shape;12993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4" name="Google Shape;12994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5" name="Google Shape;12995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6" name="Google Shape;12996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7" name="Google Shape;12997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8" name="Google Shape;12998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9" name="Google Shape;12999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0" name="Google Shape;13000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01" name="Google Shape;13001;p26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3002" name="Google Shape;13002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3" name="Google Shape;13003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4" name="Google Shape;13004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5" name="Google Shape;13005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6" name="Google Shape;13006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7" name="Google Shape;13007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8" name="Google Shape;13008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9" name="Google Shape;13009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0" name="Google Shape;13010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1" name="Google Shape;13011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2" name="Google Shape;13012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3" name="Google Shape;13013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4" name="Google Shape;13014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5" name="Google Shape;13015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6" name="Google Shape;13016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7" name="Google Shape;13017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8" name="Google Shape;13018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9" name="Google Shape;13019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0" name="Google Shape;13020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1" name="Google Shape;13021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2" name="Google Shape;13022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3" name="Google Shape;13023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4" name="Google Shape;13024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5" name="Google Shape;13025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6" name="Google Shape;13026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7" name="Google Shape;13027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8" name="Google Shape;13028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9" name="Google Shape;13029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0" name="Google Shape;13030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1" name="Google Shape;13031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2" name="Google Shape;13032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3" name="Google Shape;13033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4" name="Google Shape;13034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5" name="Google Shape;13035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6" name="Google Shape;13036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7" name="Google Shape;13037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8" name="Google Shape;13038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9" name="Google Shape;13039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0" name="Google Shape;13040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1" name="Google Shape;13041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2" name="Google Shape;13042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3" name="Google Shape;13043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4" name="Google Shape;13044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5" name="Google Shape;13045;p26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3046" name="Google Shape;13046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7" name="Google Shape;13047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8" name="Google Shape;13048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9" name="Google Shape;13049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0" name="Google Shape;13050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1" name="Google Shape;13051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2" name="Google Shape;13052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3" name="Google Shape;13053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4" name="Google Shape;13054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5" name="Google Shape;13055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6" name="Google Shape;13056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7" name="Google Shape;13057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8" name="Google Shape;13058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9" name="Google Shape;13059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0" name="Google Shape;13060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1" name="Google Shape;13061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2" name="Google Shape;13062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3" name="Google Shape;13063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4" name="Google Shape;13064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5" name="Google Shape;13065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6" name="Google Shape;13066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7" name="Google Shape;13067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8" name="Google Shape;13068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9" name="Google Shape;13069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0" name="Google Shape;13070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1" name="Google Shape;13071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2" name="Google Shape;13072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3" name="Google Shape;13073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4" name="Google Shape;13074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5" name="Google Shape;13075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6" name="Google Shape;13076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7" name="Google Shape;13077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8" name="Google Shape;13078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9" name="Google Shape;13079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0" name="Google Shape;13080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1" name="Google Shape;13081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2" name="Google Shape;13082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3" name="Google Shape;13083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4" name="Google Shape;13084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5" name="Google Shape;13085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6" name="Google Shape;13086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7" name="Google Shape;13087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8" name="Google Shape;13088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89" name="Google Shape;13089;p26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3090" name="Google Shape;13090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1" name="Google Shape;13091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2" name="Google Shape;13092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3" name="Google Shape;13093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4" name="Google Shape;13094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5" name="Google Shape;13095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6" name="Google Shape;13096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7" name="Google Shape;13097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8" name="Google Shape;13098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9" name="Google Shape;13099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0" name="Google Shape;13100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1" name="Google Shape;13101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2" name="Google Shape;13102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3" name="Google Shape;13103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4" name="Google Shape;13104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5" name="Google Shape;13105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6" name="Google Shape;13106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7" name="Google Shape;13107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8" name="Google Shape;13108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9" name="Google Shape;13109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0" name="Google Shape;13110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1" name="Google Shape;13111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2" name="Google Shape;13112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3" name="Google Shape;13113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4" name="Google Shape;13114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5" name="Google Shape;13115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6" name="Google Shape;13116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7" name="Google Shape;13117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8" name="Google Shape;13118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9" name="Google Shape;13119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0" name="Google Shape;13120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1" name="Google Shape;13121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2" name="Google Shape;13122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3" name="Google Shape;13123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4" name="Google Shape;13124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5" name="Google Shape;13125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6" name="Google Shape;13126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7" name="Google Shape;13127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8" name="Google Shape;13128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9" name="Google Shape;13129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0" name="Google Shape;13130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1" name="Google Shape;13131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2" name="Google Shape;13132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33" name="Google Shape;13133;p26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3134" name="Google Shape;13134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5" name="Google Shape;13135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6" name="Google Shape;13136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7" name="Google Shape;13137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8" name="Google Shape;13138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9" name="Google Shape;13139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0" name="Google Shape;13140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1" name="Google Shape;13141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2" name="Google Shape;13142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3" name="Google Shape;13143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4" name="Google Shape;13144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5" name="Google Shape;13145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6" name="Google Shape;13146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7" name="Google Shape;13147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8" name="Google Shape;13148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9" name="Google Shape;13149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0" name="Google Shape;13150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1" name="Google Shape;13151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2" name="Google Shape;13152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3" name="Google Shape;13153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4" name="Google Shape;13154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5" name="Google Shape;13155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6" name="Google Shape;13156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7" name="Google Shape;13157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8" name="Google Shape;13158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9" name="Google Shape;13159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0" name="Google Shape;13160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1" name="Google Shape;13161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2" name="Google Shape;13162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3" name="Google Shape;13163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4" name="Google Shape;13164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5" name="Google Shape;13165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6" name="Google Shape;13166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7" name="Google Shape;13167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8" name="Google Shape;13168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9" name="Google Shape;13169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0" name="Google Shape;13170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1" name="Google Shape;13171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2" name="Google Shape;13172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3" name="Google Shape;13173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4" name="Google Shape;13174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5" name="Google Shape;13175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6" name="Google Shape;13176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77" name="Google Shape;13177;p26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3178" name="Google Shape;13178;p26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3179" name="Google Shape;13179;p26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0" name="Google Shape;13180;p26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1" name="Google Shape;13181;p26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2" name="Google Shape;13182;p26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3" name="Google Shape;13183;p26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4" name="Google Shape;13184;p26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5" name="Google Shape;13185;p26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6" name="Google Shape;13186;p26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7" name="Google Shape;13187;p26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8" name="Google Shape;13188;p26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9" name="Google Shape;13189;p26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0" name="Google Shape;13190;p26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1" name="Google Shape;13191;p26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2" name="Google Shape;13192;p26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3" name="Google Shape;13193;p26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4" name="Google Shape;13194;p26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5" name="Google Shape;13195;p26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6" name="Google Shape;13196;p26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7" name="Google Shape;13197;p26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8" name="Google Shape;13198;p26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9" name="Google Shape;13199;p26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0" name="Google Shape;13200;p26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1" name="Google Shape;13201;p26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2" name="Google Shape;13202;p26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3" name="Google Shape;13203;p26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4" name="Google Shape;13204;p26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5" name="Google Shape;13205;p26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06" name="Google Shape;13206;p26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3207" name="Google Shape;13207;p26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8" name="Google Shape;13208;p26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9" name="Google Shape;13209;p26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0" name="Google Shape;13210;p26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1" name="Google Shape;13211;p26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2" name="Google Shape;13212;p26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3" name="Google Shape;13213;p26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4" name="Google Shape;13214;p26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5" name="Google Shape;13215;p26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6" name="Google Shape;13216;p26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7" name="Google Shape;13217;p26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8" name="Google Shape;13218;p26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9" name="Google Shape;13219;p26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0" name="Google Shape;13220;p26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1" name="Google Shape;13221;p26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2" name="Google Shape;13222;p26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3" name="Google Shape;13223;p26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4" name="Google Shape;13224;p26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5" name="Google Shape;13225;p26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6" name="Google Shape;13226;p26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7" name="Google Shape;13227;p26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8" name="Google Shape;13228;p26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9" name="Google Shape;13229;p26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0" name="Google Shape;13230;p26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1" name="Google Shape;13231;p26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2" name="Google Shape;13232;p26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3" name="Google Shape;13233;p26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34" name="Google Shape;13234;p26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3235" name="Google Shape;13235;p26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6" name="Google Shape;13236;p26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7" name="Google Shape;13237;p26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8" name="Google Shape;13238;p26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9" name="Google Shape;13239;p26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0" name="Google Shape;13240;p26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1" name="Google Shape;13241;p26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2" name="Google Shape;13242;p26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3" name="Google Shape;13243;p26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4" name="Google Shape;13244;p26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5" name="Google Shape;13245;p26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6" name="Google Shape;13246;p26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7" name="Google Shape;13247;p26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8" name="Google Shape;13248;p26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9" name="Google Shape;13249;p26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0" name="Google Shape;13250;p26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1" name="Google Shape;13251;p26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2" name="Google Shape;13252;p26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3" name="Google Shape;13253;p26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4" name="Google Shape;13254;p26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5" name="Google Shape;13255;p26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6" name="Google Shape;13256;p26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7" name="Google Shape;13257;p26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8" name="Google Shape;13258;p26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9" name="Google Shape;13259;p26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0" name="Google Shape;13260;p26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1" name="Google Shape;13261;p26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62" name="Google Shape;13262;p26"/>
          <p:cNvSpPr txBox="1">
            <a:spLocks noGrp="1"/>
          </p:cNvSpPr>
          <p:nvPr>
            <p:ph type="title"/>
          </p:nvPr>
        </p:nvSpPr>
        <p:spPr>
          <a:xfrm>
            <a:off x="2510400" y="896825"/>
            <a:ext cx="4123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63" name="Google Shape;13263;p26"/>
          <p:cNvSpPr txBox="1">
            <a:spLocks noGrp="1"/>
          </p:cNvSpPr>
          <p:nvPr>
            <p:ph type="subTitle" idx="1"/>
          </p:nvPr>
        </p:nvSpPr>
        <p:spPr>
          <a:xfrm>
            <a:off x="3047250" y="1944625"/>
            <a:ext cx="3049500" cy="30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264" name="Google Shape;13264;p26"/>
          <p:cNvSpPr txBox="1">
            <a:spLocks noGrp="1"/>
          </p:cNvSpPr>
          <p:nvPr>
            <p:ph type="subTitle" idx="2"/>
          </p:nvPr>
        </p:nvSpPr>
        <p:spPr>
          <a:xfrm>
            <a:off x="3494700" y="2244475"/>
            <a:ext cx="2154600" cy="8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3265" name="Google Shape;13265;p26"/>
          <p:cNvGrpSpPr/>
          <p:nvPr/>
        </p:nvGrpSpPr>
        <p:grpSpPr>
          <a:xfrm flipH="1">
            <a:off x="8258907" y="146381"/>
            <a:ext cx="1049633" cy="523940"/>
            <a:chOff x="138482" y="584556"/>
            <a:chExt cx="1049633" cy="523940"/>
          </a:xfrm>
        </p:grpSpPr>
        <p:sp>
          <p:nvSpPr>
            <p:cNvPr id="13266" name="Google Shape;13266;p26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7" name="Google Shape;13267;p26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8" name="Google Shape;13268;p26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9" name="Google Shape;13269;p26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0" name="Google Shape;13270;p26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1" name="Google Shape;13271;p26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2" name="Google Shape;13272;p26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3" name="Google Shape;13273;p26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4" name="Google Shape;13274;p26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5" name="Google Shape;13275;p26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6" name="Google Shape;13276;p26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7" name="Google Shape;13277;p26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8" name="Google Shape;13278;p26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9" name="Google Shape;13279;p26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0" name="Google Shape;13280;p26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81" name="Google Shape;13281;p26"/>
          <p:cNvGrpSpPr/>
          <p:nvPr/>
        </p:nvGrpSpPr>
        <p:grpSpPr>
          <a:xfrm>
            <a:off x="-390468" y="2047819"/>
            <a:ext cx="1049633" cy="523940"/>
            <a:chOff x="138482" y="584556"/>
            <a:chExt cx="1049633" cy="523940"/>
          </a:xfrm>
        </p:grpSpPr>
        <p:sp>
          <p:nvSpPr>
            <p:cNvPr id="13282" name="Google Shape;13282;p26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3" name="Google Shape;13283;p26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4" name="Google Shape;13284;p26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5" name="Google Shape;13285;p26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6" name="Google Shape;13286;p26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7" name="Google Shape;13287;p26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8" name="Google Shape;13288;p26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9" name="Google Shape;13289;p26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0" name="Google Shape;13290;p26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1" name="Google Shape;13291;p26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2" name="Google Shape;13292;p26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3" name="Google Shape;13293;p26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4" name="Google Shape;13294;p26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5" name="Google Shape;13295;p26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6" name="Google Shape;13296;p26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1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98" name="Google Shape;13298;p27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3299" name="Google Shape;13299;p27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3300" name="Google Shape;13300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1" name="Google Shape;13301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2" name="Google Shape;13302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3" name="Google Shape;13303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4" name="Google Shape;13304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5" name="Google Shape;13305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6" name="Google Shape;13306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7" name="Google Shape;13307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8" name="Google Shape;13308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9" name="Google Shape;13309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0" name="Google Shape;13310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1" name="Google Shape;13311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2" name="Google Shape;13312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3" name="Google Shape;13313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4" name="Google Shape;13314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5" name="Google Shape;13315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6" name="Google Shape;13316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7" name="Google Shape;13317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8" name="Google Shape;13318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9" name="Google Shape;13319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0" name="Google Shape;13320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1" name="Google Shape;13321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2" name="Google Shape;13322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3" name="Google Shape;13323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4" name="Google Shape;13324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5" name="Google Shape;13325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6" name="Google Shape;13326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7" name="Google Shape;13327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8" name="Google Shape;13328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9" name="Google Shape;13329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0" name="Google Shape;13330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1" name="Google Shape;13331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2" name="Google Shape;13332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3" name="Google Shape;13333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4" name="Google Shape;13334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5" name="Google Shape;13335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6" name="Google Shape;13336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7" name="Google Shape;13337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8" name="Google Shape;13338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9" name="Google Shape;13339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0" name="Google Shape;13340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1" name="Google Shape;13341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2" name="Google Shape;13342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43" name="Google Shape;13343;p27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3344" name="Google Shape;13344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5" name="Google Shape;13345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6" name="Google Shape;13346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7" name="Google Shape;13347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8" name="Google Shape;13348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9" name="Google Shape;13349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0" name="Google Shape;13350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1" name="Google Shape;13351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2" name="Google Shape;13352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3" name="Google Shape;13353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4" name="Google Shape;13354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5" name="Google Shape;13355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6" name="Google Shape;13356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7" name="Google Shape;13357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8" name="Google Shape;13358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9" name="Google Shape;13359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0" name="Google Shape;13360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1" name="Google Shape;13361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2" name="Google Shape;13362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3" name="Google Shape;13363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4" name="Google Shape;13364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5" name="Google Shape;13365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6" name="Google Shape;13366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7" name="Google Shape;13367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8" name="Google Shape;13368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9" name="Google Shape;13369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0" name="Google Shape;13370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1" name="Google Shape;13371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2" name="Google Shape;13372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3" name="Google Shape;13373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4" name="Google Shape;13374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5" name="Google Shape;13375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6" name="Google Shape;13376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7" name="Google Shape;13377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8" name="Google Shape;13378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9" name="Google Shape;13379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0" name="Google Shape;13380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1" name="Google Shape;13381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2" name="Google Shape;13382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3" name="Google Shape;13383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4" name="Google Shape;13384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5" name="Google Shape;13385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6" name="Google Shape;13386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87" name="Google Shape;13387;p27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3388" name="Google Shape;13388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9" name="Google Shape;13389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0" name="Google Shape;13390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1" name="Google Shape;13391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2" name="Google Shape;13392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3" name="Google Shape;13393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4" name="Google Shape;13394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5" name="Google Shape;13395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6" name="Google Shape;13396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7" name="Google Shape;13397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8" name="Google Shape;13398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9" name="Google Shape;13399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0" name="Google Shape;13400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1" name="Google Shape;13401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2" name="Google Shape;13402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3" name="Google Shape;13403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4" name="Google Shape;13404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5" name="Google Shape;13405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6" name="Google Shape;13406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7" name="Google Shape;13407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8" name="Google Shape;13408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9" name="Google Shape;13409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0" name="Google Shape;13410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1" name="Google Shape;13411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2" name="Google Shape;13412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3" name="Google Shape;13413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4" name="Google Shape;13414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5" name="Google Shape;13415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6" name="Google Shape;13416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7" name="Google Shape;13417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8" name="Google Shape;13418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9" name="Google Shape;13419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0" name="Google Shape;13420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1" name="Google Shape;13421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2" name="Google Shape;13422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3" name="Google Shape;13423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4" name="Google Shape;13424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5" name="Google Shape;13425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6" name="Google Shape;13426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7" name="Google Shape;13427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8" name="Google Shape;13428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9" name="Google Shape;13429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0" name="Google Shape;13430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31" name="Google Shape;13431;p27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3432" name="Google Shape;13432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3" name="Google Shape;13433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4" name="Google Shape;13434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5" name="Google Shape;13435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6" name="Google Shape;13436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7" name="Google Shape;13437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8" name="Google Shape;13438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9" name="Google Shape;13439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0" name="Google Shape;13440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1" name="Google Shape;13441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2" name="Google Shape;13442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3" name="Google Shape;13443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4" name="Google Shape;13444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5" name="Google Shape;13445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6" name="Google Shape;13446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7" name="Google Shape;13447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8" name="Google Shape;13448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9" name="Google Shape;13449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0" name="Google Shape;13450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1" name="Google Shape;13451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2" name="Google Shape;13452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3" name="Google Shape;13453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4" name="Google Shape;13454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5" name="Google Shape;13455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6" name="Google Shape;13456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7" name="Google Shape;13457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8" name="Google Shape;13458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9" name="Google Shape;13459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0" name="Google Shape;13460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1" name="Google Shape;13461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2" name="Google Shape;13462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3" name="Google Shape;13463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4" name="Google Shape;13464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5" name="Google Shape;13465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6" name="Google Shape;13466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7" name="Google Shape;13467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8" name="Google Shape;13468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9" name="Google Shape;13469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0" name="Google Shape;13470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1" name="Google Shape;13471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2" name="Google Shape;13472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3" name="Google Shape;13473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4" name="Google Shape;13474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75" name="Google Shape;13475;p27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3476" name="Google Shape;13476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7" name="Google Shape;13477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8" name="Google Shape;13478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9" name="Google Shape;13479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0" name="Google Shape;13480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1" name="Google Shape;13481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2" name="Google Shape;13482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3" name="Google Shape;13483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4" name="Google Shape;13484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5" name="Google Shape;13485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6" name="Google Shape;13486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7" name="Google Shape;13487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8" name="Google Shape;13488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9" name="Google Shape;13489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0" name="Google Shape;13490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1" name="Google Shape;13491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2" name="Google Shape;13492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3" name="Google Shape;13493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4" name="Google Shape;13494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5" name="Google Shape;13495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6" name="Google Shape;13496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7" name="Google Shape;13497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8" name="Google Shape;13498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9" name="Google Shape;13499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0" name="Google Shape;13500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1" name="Google Shape;13501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2" name="Google Shape;13502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3" name="Google Shape;13503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4" name="Google Shape;13504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5" name="Google Shape;13505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6" name="Google Shape;13506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7" name="Google Shape;13507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8" name="Google Shape;13508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9" name="Google Shape;13509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0" name="Google Shape;13510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1" name="Google Shape;13511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2" name="Google Shape;13512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3" name="Google Shape;13513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4" name="Google Shape;13514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5" name="Google Shape;13515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6" name="Google Shape;13516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7" name="Google Shape;13517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8" name="Google Shape;13518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19" name="Google Shape;13519;p27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3520" name="Google Shape;13520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1" name="Google Shape;13521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2" name="Google Shape;13522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3" name="Google Shape;13523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4" name="Google Shape;13524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5" name="Google Shape;13525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6" name="Google Shape;13526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7" name="Google Shape;13527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8" name="Google Shape;13528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9" name="Google Shape;13529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0" name="Google Shape;13530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1" name="Google Shape;13531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2" name="Google Shape;13532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3" name="Google Shape;13533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4" name="Google Shape;13534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5" name="Google Shape;13535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6" name="Google Shape;13536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7" name="Google Shape;13537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8" name="Google Shape;13538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9" name="Google Shape;13539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0" name="Google Shape;13540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1" name="Google Shape;13541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2" name="Google Shape;13542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3" name="Google Shape;13543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4" name="Google Shape;13544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5" name="Google Shape;13545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6" name="Google Shape;13546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7" name="Google Shape;13547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8" name="Google Shape;13548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9" name="Google Shape;13549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0" name="Google Shape;13550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1" name="Google Shape;13551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2" name="Google Shape;13552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3" name="Google Shape;13553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4" name="Google Shape;13554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5" name="Google Shape;13555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6" name="Google Shape;13556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7" name="Google Shape;13557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8" name="Google Shape;13558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9" name="Google Shape;13559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0" name="Google Shape;13560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1" name="Google Shape;13561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2" name="Google Shape;13562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63" name="Google Shape;13563;p27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3564" name="Google Shape;13564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5" name="Google Shape;13565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6" name="Google Shape;13566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7" name="Google Shape;13567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8" name="Google Shape;13568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9" name="Google Shape;13569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0" name="Google Shape;13570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1" name="Google Shape;13571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2" name="Google Shape;13572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3" name="Google Shape;13573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4" name="Google Shape;13574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5" name="Google Shape;13575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6" name="Google Shape;13576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7" name="Google Shape;13577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8" name="Google Shape;13578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9" name="Google Shape;13579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0" name="Google Shape;13580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1" name="Google Shape;13581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2" name="Google Shape;13582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3" name="Google Shape;13583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4" name="Google Shape;13584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5" name="Google Shape;13585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6" name="Google Shape;13586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7" name="Google Shape;13587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8" name="Google Shape;13588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9" name="Google Shape;13589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0" name="Google Shape;13590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1" name="Google Shape;13591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2" name="Google Shape;13592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3" name="Google Shape;13593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4" name="Google Shape;13594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5" name="Google Shape;13595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6" name="Google Shape;13596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7" name="Google Shape;13597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8" name="Google Shape;13598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9" name="Google Shape;13599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0" name="Google Shape;13600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1" name="Google Shape;13601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2" name="Google Shape;13602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3" name="Google Shape;13603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4" name="Google Shape;13604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5" name="Google Shape;13605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6" name="Google Shape;13606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07" name="Google Shape;13607;p27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3608" name="Google Shape;13608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9" name="Google Shape;13609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0" name="Google Shape;13610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1" name="Google Shape;13611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2" name="Google Shape;13612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3" name="Google Shape;13613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4" name="Google Shape;13614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5" name="Google Shape;13615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6" name="Google Shape;13616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7" name="Google Shape;13617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8" name="Google Shape;13618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9" name="Google Shape;13619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0" name="Google Shape;13620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1" name="Google Shape;13621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2" name="Google Shape;13622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3" name="Google Shape;13623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4" name="Google Shape;13624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5" name="Google Shape;13625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6" name="Google Shape;13626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7" name="Google Shape;13627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8" name="Google Shape;13628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9" name="Google Shape;13629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0" name="Google Shape;13630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1" name="Google Shape;13631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2" name="Google Shape;13632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3" name="Google Shape;13633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4" name="Google Shape;13634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5" name="Google Shape;13635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6" name="Google Shape;13636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7" name="Google Shape;13637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8" name="Google Shape;13638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9" name="Google Shape;13639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0" name="Google Shape;13640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1" name="Google Shape;13641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2" name="Google Shape;13642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3" name="Google Shape;13643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4" name="Google Shape;13644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5" name="Google Shape;13645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6" name="Google Shape;13646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7" name="Google Shape;13647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8" name="Google Shape;13648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9" name="Google Shape;13649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0" name="Google Shape;13650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51" name="Google Shape;13651;p27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3652" name="Google Shape;13652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3" name="Google Shape;13653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4" name="Google Shape;13654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5" name="Google Shape;13655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6" name="Google Shape;13656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7" name="Google Shape;13657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8" name="Google Shape;13658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9" name="Google Shape;13659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0" name="Google Shape;13660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1" name="Google Shape;13661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2" name="Google Shape;13662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3" name="Google Shape;13663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4" name="Google Shape;13664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5" name="Google Shape;13665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6" name="Google Shape;13666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7" name="Google Shape;13667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8" name="Google Shape;13668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9" name="Google Shape;13669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0" name="Google Shape;13670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1" name="Google Shape;13671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2" name="Google Shape;13672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3" name="Google Shape;13673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4" name="Google Shape;13674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5" name="Google Shape;13675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6" name="Google Shape;13676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7" name="Google Shape;13677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8" name="Google Shape;13678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9" name="Google Shape;13679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0" name="Google Shape;13680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1" name="Google Shape;13681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2" name="Google Shape;13682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3" name="Google Shape;13683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4" name="Google Shape;13684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5" name="Google Shape;13685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6" name="Google Shape;13686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7" name="Google Shape;13687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8" name="Google Shape;13688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9" name="Google Shape;13689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0" name="Google Shape;13690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1" name="Google Shape;13691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2" name="Google Shape;13692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3" name="Google Shape;13693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4" name="Google Shape;13694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695" name="Google Shape;13695;p27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3696" name="Google Shape;13696;p27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3697" name="Google Shape;13697;p27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8" name="Google Shape;13698;p27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9" name="Google Shape;13699;p27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0" name="Google Shape;13700;p27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1" name="Google Shape;13701;p27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2" name="Google Shape;13702;p27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3" name="Google Shape;13703;p27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4" name="Google Shape;13704;p27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5" name="Google Shape;13705;p27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6" name="Google Shape;13706;p27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7" name="Google Shape;13707;p27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8" name="Google Shape;13708;p27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9" name="Google Shape;13709;p27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0" name="Google Shape;13710;p27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1" name="Google Shape;13711;p27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2" name="Google Shape;13712;p27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3" name="Google Shape;13713;p27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4" name="Google Shape;13714;p27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5" name="Google Shape;13715;p27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6" name="Google Shape;13716;p27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7" name="Google Shape;13717;p27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8" name="Google Shape;13718;p27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9" name="Google Shape;13719;p27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0" name="Google Shape;13720;p27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1" name="Google Shape;13721;p27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2" name="Google Shape;13722;p27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3" name="Google Shape;13723;p27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24" name="Google Shape;13724;p27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3725" name="Google Shape;13725;p2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6" name="Google Shape;13726;p2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7" name="Google Shape;13727;p2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8" name="Google Shape;13728;p2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9" name="Google Shape;13729;p2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0" name="Google Shape;13730;p2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1" name="Google Shape;13731;p2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2" name="Google Shape;13732;p2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3" name="Google Shape;13733;p2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4" name="Google Shape;13734;p2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5" name="Google Shape;13735;p2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6" name="Google Shape;13736;p2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7" name="Google Shape;13737;p2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8" name="Google Shape;13738;p2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9" name="Google Shape;13739;p2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0" name="Google Shape;13740;p2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1" name="Google Shape;13741;p2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2" name="Google Shape;13742;p2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3" name="Google Shape;13743;p2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4" name="Google Shape;13744;p2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5" name="Google Shape;13745;p2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6" name="Google Shape;13746;p2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7" name="Google Shape;13747;p2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8" name="Google Shape;13748;p2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9" name="Google Shape;13749;p2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0" name="Google Shape;13750;p2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1" name="Google Shape;13751;p2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52" name="Google Shape;13752;p27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3753" name="Google Shape;13753;p2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4" name="Google Shape;13754;p2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5" name="Google Shape;13755;p2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6" name="Google Shape;13756;p2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7" name="Google Shape;13757;p2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8" name="Google Shape;13758;p2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9" name="Google Shape;13759;p2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0" name="Google Shape;13760;p2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1" name="Google Shape;13761;p2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2" name="Google Shape;13762;p2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3" name="Google Shape;13763;p2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4" name="Google Shape;13764;p2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5" name="Google Shape;13765;p2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6" name="Google Shape;13766;p2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7" name="Google Shape;13767;p2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8" name="Google Shape;13768;p2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9" name="Google Shape;13769;p2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0" name="Google Shape;13770;p2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1" name="Google Shape;13771;p2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2" name="Google Shape;13772;p2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3" name="Google Shape;13773;p2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4" name="Google Shape;13774;p2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5" name="Google Shape;13775;p2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6" name="Google Shape;13776;p2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7" name="Google Shape;13777;p2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8" name="Google Shape;13778;p2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9" name="Google Shape;13779;p2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80" name="Google Shape;13780;p27"/>
          <p:cNvGrpSpPr/>
          <p:nvPr/>
        </p:nvGrpSpPr>
        <p:grpSpPr>
          <a:xfrm>
            <a:off x="8581282" y="539994"/>
            <a:ext cx="1049633" cy="523940"/>
            <a:chOff x="138482" y="584556"/>
            <a:chExt cx="1049633" cy="523940"/>
          </a:xfrm>
        </p:grpSpPr>
        <p:sp>
          <p:nvSpPr>
            <p:cNvPr id="13781" name="Google Shape;13781;p2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2" name="Google Shape;13782;p2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3" name="Google Shape;13783;p2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4" name="Google Shape;13784;p2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5" name="Google Shape;13785;p2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6" name="Google Shape;13786;p2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7" name="Google Shape;13787;p2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8" name="Google Shape;13788;p2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9" name="Google Shape;13789;p2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0" name="Google Shape;13790;p2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1" name="Google Shape;13791;p2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2" name="Google Shape;13792;p2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3" name="Google Shape;13793;p2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4" name="Google Shape;13794;p2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5" name="Google Shape;13795;p2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96" name="Google Shape;13796;p27"/>
          <p:cNvGrpSpPr/>
          <p:nvPr/>
        </p:nvGrpSpPr>
        <p:grpSpPr>
          <a:xfrm flipH="1">
            <a:off x="-463618" y="3516531"/>
            <a:ext cx="1049633" cy="523940"/>
            <a:chOff x="138482" y="584556"/>
            <a:chExt cx="1049633" cy="523940"/>
          </a:xfrm>
        </p:grpSpPr>
        <p:sp>
          <p:nvSpPr>
            <p:cNvPr id="13797" name="Google Shape;13797;p2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8" name="Google Shape;13798;p2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9" name="Google Shape;13799;p2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0" name="Google Shape;13800;p2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1" name="Google Shape;13801;p2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2" name="Google Shape;13802;p2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3" name="Google Shape;13803;p2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4" name="Google Shape;13804;p2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5" name="Google Shape;13805;p2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6" name="Google Shape;13806;p2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7" name="Google Shape;13807;p2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8" name="Google Shape;13808;p2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9" name="Google Shape;13809;p2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0" name="Google Shape;13810;p2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1" name="Google Shape;13811;p2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ess Start 2P"/>
              <a:buNone/>
              <a:defRPr sz="20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●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○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■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●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○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■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●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○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Advent Pro Medium"/>
              <a:buChar char="■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8" r:id="rId7"/>
    <p:sldLayoutId id="2147483660" r:id="rId8"/>
    <p:sldLayoutId id="2147483661" r:id="rId9"/>
    <p:sldLayoutId id="2147483663" r:id="rId10"/>
    <p:sldLayoutId id="2147483664" r:id="rId11"/>
    <p:sldLayoutId id="2147483666" r:id="rId12"/>
    <p:sldLayoutId id="2147483668" r:id="rId13"/>
    <p:sldLayoutId id="2147483672" r:id="rId14"/>
    <p:sldLayoutId id="214748367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gVV3dWmBw8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tore.steampowered.com/app/1794680/Vampire_Survivors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mailto:hdh36115@gmail.com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0" name="Google Shape;13820;p30"/>
          <p:cNvGrpSpPr/>
          <p:nvPr/>
        </p:nvGrpSpPr>
        <p:grpSpPr>
          <a:xfrm>
            <a:off x="1783594" y="620894"/>
            <a:ext cx="5498525" cy="2832356"/>
            <a:chOff x="1783594" y="620894"/>
            <a:chExt cx="5498525" cy="2832356"/>
          </a:xfrm>
        </p:grpSpPr>
        <p:sp>
          <p:nvSpPr>
            <p:cNvPr id="13821" name="Google Shape;13821;p30"/>
            <p:cNvSpPr/>
            <p:nvPr/>
          </p:nvSpPr>
          <p:spPr>
            <a:xfrm>
              <a:off x="1790650" y="627950"/>
              <a:ext cx="5484900" cy="2822100"/>
            </a:xfrm>
            <a:prstGeom prst="wedgeRectCallout">
              <a:avLst>
                <a:gd name="adj1" fmla="val -40425"/>
                <a:gd name="adj2" fmla="val 619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2" name="Google Shape;13822;p30"/>
            <p:cNvSpPr/>
            <p:nvPr/>
          </p:nvSpPr>
          <p:spPr>
            <a:xfrm>
              <a:off x="1783594" y="620894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3" name="Google Shape;13823;p30"/>
            <p:cNvSpPr/>
            <p:nvPr/>
          </p:nvSpPr>
          <p:spPr>
            <a:xfrm>
              <a:off x="7007019" y="620894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4" name="Google Shape;13824;p30"/>
            <p:cNvSpPr/>
            <p:nvPr/>
          </p:nvSpPr>
          <p:spPr>
            <a:xfrm>
              <a:off x="1783594" y="3178150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5" name="Google Shape;13825;p30"/>
            <p:cNvSpPr/>
            <p:nvPr/>
          </p:nvSpPr>
          <p:spPr>
            <a:xfrm>
              <a:off x="7007019" y="3178150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26" name="Google Shape;13826;p30"/>
          <p:cNvSpPr txBox="1">
            <a:spLocks noGrp="1"/>
          </p:cNvSpPr>
          <p:nvPr>
            <p:ph type="ctrTitle"/>
          </p:nvPr>
        </p:nvSpPr>
        <p:spPr>
          <a:xfrm>
            <a:off x="1868250" y="1099850"/>
            <a:ext cx="5407500" cy="175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400" b="1" dirty="0" err="1">
                <a:solidFill>
                  <a:srgbClr val="1D1D1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택틱스</a:t>
            </a:r>
            <a:r>
              <a:rPr lang="ko-KR" altLang="en-US" sz="4400" b="1" dirty="0">
                <a:solidFill>
                  <a:srgbClr val="1D1D1B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어드벤처</a:t>
            </a:r>
            <a:endParaRPr sz="4400" b="1" dirty="0">
              <a:solidFill>
                <a:srgbClr val="1D1D1B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3827" name="Google Shape;13827;p30"/>
          <p:cNvSpPr txBox="1">
            <a:spLocks noGrp="1"/>
          </p:cNvSpPr>
          <p:nvPr>
            <p:ph type="subTitle" idx="1"/>
          </p:nvPr>
        </p:nvSpPr>
        <p:spPr>
          <a:xfrm>
            <a:off x="1868100" y="2632300"/>
            <a:ext cx="5407500" cy="53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인게임</a:t>
            </a:r>
            <a:r>
              <a:rPr lang="ko-KR" altLang="en-US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기획서</a:t>
            </a:r>
            <a:endParaRPr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grpSp>
        <p:nvGrpSpPr>
          <p:cNvPr id="13828" name="Google Shape;13828;p30"/>
          <p:cNvGrpSpPr/>
          <p:nvPr/>
        </p:nvGrpSpPr>
        <p:grpSpPr>
          <a:xfrm>
            <a:off x="7626147" y="2808698"/>
            <a:ext cx="1291401" cy="1794821"/>
            <a:chOff x="2089925" y="1407025"/>
            <a:chExt cx="323700" cy="449875"/>
          </a:xfrm>
        </p:grpSpPr>
        <p:sp>
          <p:nvSpPr>
            <p:cNvPr id="13829" name="Google Shape;13829;p30"/>
            <p:cNvSpPr/>
            <p:nvPr/>
          </p:nvSpPr>
          <p:spPr>
            <a:xfrm>
              <a:off x="2109900" y="1454450"/>
              <a:ext cx="283350" cy="177525"/>
            </a:xfrm>
            <a:custGeom>
              <a:avLst/>
              <a:gdLst/>
              <a:ahLst/>
              <a:cxnLst/>
              <a:rect l="l" t="t" r="r" b="b"/>
              <a:pathLst>
                <a:path w="11334" h="7101" extrusionOk="0">
                  <a:moveTo>
                    <a:pt x="1" y="0"/>
                  </a:moveTo>
                  <a:lnTo>
                    <a:pt x="1" y="7101"/>
                  </a:lnTo>
                  <a:lnTo>
                    <a:pt x="11333" y="7101"/>
                  </a:lnTo>
                  <a:lnTo>
                    <a:pt x="113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0" name="Google Shape;13830;p30"/>
            <p:cNvSpPr/>
            <p:nvPr/>
          </p:nvSpPr>
          <p:spPr>
            <a:xfrm>
              <a:off x="2089925" y="1542225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1" name="Google Shape;13831;p30"/>
            <p:cNvSpPr/>
            <p:nvPr/>
          </p:nvSpPr>
          <p:spPr>
            <a:xfrm>
              <a:off x="2150675" y="1542225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799" y="1787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2" name="Google Shape;13832;p30"/>
            <p:cNvSpPr/>
            <p:nvPr/>
          </p:nvSpPr>
          <p:spPr>
            <a:xfrm>
              <a:off x="2332475" y="1542225"/>
              <a:ext cx="20425" cy="44700"/>
            </a:xfrm>
            <a:custGeom>
              <a:avLst/>
              <a:gdLst/>
              <a:ahLst/>
              <a:cxnLst/>
              <a:rect l="l" t="t" r="r" b="b"/>
              <a:pathLst>
                <a:path w="817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3" name="Google Shape;13833;p30"/>
            <p:cNvSpPr/>
            <p:nvPr/>
          </p:nvSpPr>
          <p:spPr>
            <a:xfrm>
              <a:off x="23932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4" name="Google Shape;13834;p30"/>
            <p:cNvSpPr/>
            <p:nvPr/>
          </p:nvSpPr>
          <p:spPr>
            <a:xfrm>
              <a:off x="2201225" y="1609625"/>
              <a:ext cx="101125" cy="22350"/>
            </a:xfrm>
            <a:custGeom>
              <a:avLst/>
              <a:gdLst/>
              <a:ahLst/>
              <a:cxnLst/>
              <a:rect l="l" t="t" r="r" b="b"/>
              <a:pathLst>
                <a:path w="4045" h="894" extrusionOk="0">
                  <a:moveTo>
                    <a:pt x="0" y="0"/>
                  </a:moveTo>
                  <a:lnTo>
                    <a:pt x="0" y="894"/>
                  </a:lnTo>
                  <a:lnTo>
                    <a:pt x="4044" y="894"/>
                  </a:lnTo>
                  <a:lnTo>
                    <a:pt x="40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5" name="Google Shape;13835;p30"/>
            <p:cNvSpPr/>
            <p:nvPr/>
          </p:nvSpPr>
          <p:spPr>
            <a:xfrm>
              <a:off x="2109900" y="1407025"/>
              <a:ext cx="283350" cy="157550"/>
            </a:xfrm>
            <a:custGeom>
              <a:avLst/>
              <a:gdLst/>
              <a:ahLst/>
              <a:cxnLst/>
              <a:rect l="l" t="t" r="r" b="b"/>
              <a:pathLst>
                <a:path w="11334" h="6302" extrusionOk="0">
                  <a:moveTo>
                    <a:pt x="816" y="1"/>
                  </a:moveTo>
                  <a:lnTo>
                    <a:pt x="816" y="894"/>
                  </a:lnTo>
                  <a:lnTo>
                    <a:pt x="1" y="894"/>
                  </a:lnTo>
                  <a:lnTo>
                    <a:pt x="1" y="6302"/>
                  </a:lnTo>
                  <a:lnTo>
                    <a:pt x="816" y="6302"/>
                  </a:lnTo>
                  <a:lnTo>
                    <a:pt x="816" y="3606"/>
                  </a:lnTo>
                  <a:lnTo>
                    <a:pt x="1631" y="3606"/>
                  </a:lnTo>
                  <a:lnTo>
                    <a:pt x="1631" y="2696"/>
                  </a:lnTo>
                  <a:lnTo>
                    <a:pt x="9719" y="2696"/>
                  </a:lnTo>
                  <a:lnTo>
                    <a:pt x="9719" y="3606"/>
                  </a:lnTo>
                  <a:lnTo>
                    <a:pt x="10518" y="3606"/>
                  </a:lnTo>
                  <a:lnTo>
                    <a:pt x="10518" y="6302"/>
                  </a:lnTo>
                  <a:lnTo>
                    <a:pt x="11333" y="6302"/>
                  </a:lnTo>
                  <a:lnTo>
                    <a:pt x="11333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6" name="Google Shape;13836;p30"/>
            <p:cNvSpPr/>
            <p:nvPr/>
          </p:nvSpPr>
          <p:spPr>
            <a:xfrm>
              <a:off x="2109900" y="1744425"/>
              <a:ext cx="40800" cy="67800"/>
            </a:xfrm>
            <a:custGeom>
              <a:avLst/>
              <a:gdLst/>
              <a:ahLst/>
              <a:cxnLst/>
              <a:rect l="l" t="t" r="r" b="b"/>
              <a:pathLst>
                <a:path w="1632" h="2712" extrusionOk="0">
                  <a:moveTo>
                    <a:pt x="1" y="0"/>
                  </a:moveTo>
                  <a:lnTo>
                    <a:pt x="1" y="2712"/>
                  </a:lnTo>
                  <a:lnTo>
                    <a:pt x="816" y="2712"/>
                  </a:lnTo>
                  <a:lnTo>
                    <a:pt x="816" y="1803"/>
                  </a:lnTo>
                  <a:lnTo>
                    <a:pt x="1631" y="1803"/>
                  </a:lnTo>
                  <a:lnTo>
                    <a:pt x="1631" y="909"/>
                  </a:lnTo>
                  <a:lnTo>
                    <a:pt x="816" y="90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7" name="Google Shape;13837;p30"/>
            <p:cNvSpPr/>
            <p:nvPr/>
          </p:nvSpPr>
          <p:spPr>
            <a:xfrm>
              <a:off x="2170650" y="1744425"/>
              <a:ext cx="161850" cy="22750"/>
            </a:xfrm>
            <a:custGeom>
              <a:avLst/>
              <a:gdLst/>
              <a:ahLst/>
              <a:cxnLst/>
              <a:rect l="l" t="t" r="r" b="b"/>
              <a:pathLst>
                <a:path w="6474" h="910" extrusionOk="0">
                  <a:moveTo>
                    <a:pt x="0" y="0"/>
                  </a:moveTo>
                  <a:lnTo>
                    <a:pt x="0" y="909"/>
                  </a:lnTo>
                  <a:lnTo>
                    <a:pt x="6474" y="909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8" name="Google Shape;13838;p30"/>
            <p:cNvSpPr/>
            <p:nvPr/>
          </p:nvSpPr>
          <p:spPr>
            <a:xfrm>
              <a:off x="2170650" y="1631950"/>
              <a:ext cx="161850" cy="112500"/>
            </a:xfrm>
            <a:custGeom>
              <a:avLst/>
              <a:gdLst/>
              <a:ahLst/>
              <a:cxnLst/>
              <a:rect l="l" t="t" r="r" b="b"/>
              <a:pathLst>
                <a:path w="6474" h="4500" extrusionOk="0">
                  <a:moveTo>
                    <a:pt x="0" y="1"/>
                  </a:moveTo>
                  <a:lnTo>
                    <a:pt x="0" y="4499"/>
                  </a:lnTo>
                  <a:lnTo>
                    <a:pt x="6474" y="4499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9" name="Google Shape;13839;p30"/>
            <p:cNvSpPr/>
            <p:nvPr/>
          </p:nvSpPr>
          <p:spPr>
            <a:xfrm>
              <a:off x="2150675" y="1654675"/>
              <a:ext cx="202225" cy="22375"/>
            </a:xfrm>
            <a:custGeom>
              <a:avLst/>
              <a:gdLst/>
              <a:ahLst/>
              <a:cxnLst/>
              <a:rect l="l" t="t" r="r" b="b"/>
              <a:pathLst>
                <a:path w="8089" h="895" extrusionOk="0">
                  <a:moveTo>
                    <a:pt x="0" y="1"/>
                  </a:moveTo>
                  <a:lnTo>
                    <a:pt x="0" y="894"/>
                  </a:lnTo>
                  <a:lnTo>
                    <a:pt x="8088" y="894"/>
                  </a:lnTo>
                  <a:lnTo>
                    <a:pt x="80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0" name="Google Shape;13840;p30"/>
            <p:cNvSpPr/>
            <p:nvPr/>
          </p:nvSpPr>
          <p:spPr>
            <a:xfrm>
              <a:off x="2352875" y="1677025"/>
              <a:ext cx="20000" cy="45075"/>
            </a:xfrm>
            <a:custGeom>
              <a:avLst/>
              <a:gdLst/>
              <a:ahLst/>
              <a:cxnLst/>
              <a:rect l="l" t="t" r="r" b="b"/>
              <a:pathLst>
                <a:path w="800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799" y="1803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1" name="Google Shape;13841;p30"/>
            <p:cNvSpPr/>
            <p:nvPr/>
          </p:nvSpPr>
          <p:spPr>
            <a:xfrm>
              <a:off x="2352875" y="1722075"/>
              <a:ext cx="20000" cy="45100"/>
            </a:xfrm>
            <a:custGeom>
              <a:avLst/>
              <a:gdLst/>
              <a:ahLst/>
              <a:cxnLst/>
              <a:rect l="l" t="t" r="r" b="b"/>
              <a:pathLst>
                <a:path w="800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799" y="1803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2" name="Google Shape;13842;p30"/>
            <p:cNvSpPr/>
            <p:nvPr/>
          </p:nvSpPr>
          <p:spPr>
            <a:xfrm>
              <a:off x="2130300" y="1677025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3" name="Google Shape;13843;p30"/>
            <p:cNvSpPr/>
            <p:nvPr/>
          </p:nvSpPr>
          <p:spPr>
            <a:xfrm>
              <a:off x="2130300" y="1722075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4" name="Google Shape;13844;p30"/>
            <p:cNvSpPr/>
            <p:nvPr/>
          </p:nvSpPr>
          <p:spPr>
            <a:xfrm>
              <a:off x="2170650" y="1767150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0"/>
                  </a:moveTo>
                  <a:lnTo>
                    <a:pt x="0" y="2696"/>
                  </a:lnTo>
                  <a:lnTo>
                    <a:pt x="816" y="2696"/>
                  </a:lnTo>
                  <a:lnTo>
                    <a:pt x="816" y="894"/>
                  </a:lnTo>
                  <a:lnTo>
                    <a:pt x="5675" y="894"/>
                  </a:lnTo>
                  <a:lnTo>
                    <a:pt x="5675" y="2696"/>
                  </a:lnTo>
                  <a:lnTo>
                    <a:pt x="6474" y="2696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5" name="Google Shape;13845;p30"/>
            <p:cNvSpPr/>
            <p:nvPr/>
          </p:nvSpPr>
          <p:spPr>
            <a:xfrm>
              <a:off x="2170650" y="18345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16" y="894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6" name="Google Shape;13846;p30"/>
            <p:cNvSpPr/>
            <p:nvPr/>
          </p:nvSpPr>
          <p:spPr>
            <a:xfrm>
              <a:off x="2312500" y="1834550"/>
              <a:ext cx="20000" cy="22350"/>
            </a:xfrm>
            <a:custGeom>
              <a:avLst/>
              <a:gdLst/>
              <a:ahLst/>
              <a:cxnLst/>
              <a:rect l="l" t="t" r="r" b="b"/>
              <a:pathLst>
                <a:path w="800" h="894" extrusionOk="0">
                  <a:moveTo>
                    <a:pt x="1" y="0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7" name="Google Shape;13847;p30"/>
            <p:cNvSpPr/>
            <p:nvPr/>
          </p:nvSpPr>
          <p:spPr>
            <a:xfrm>
              <a:off x="2241575" y="1744425"/>
              <a:ext cx="20400" cy="22750"/>
            </a:xfrm>
            <a:custGeom>
              <a:avLst/>
              <a:gdLst/>
              <a:ahLst/>
              <a:cxnLst/>
              <a:rect l="l" t="t" r="r" b="b"/>
              <a:pathLst>
                <a:path w="816" h="910" extrusionOk="0">
                  <a:moveTo>
                    <a:pt x="1" y="0"/>
                  </a:moveTo>
                  <a:lnTo>
                    <a:pt x="1" y="909"/>
                  </a:lnTo>
                  <a:lnTo>
                    <a:pt x="816" y="90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8" name="Google Shape;13848;p30"/>
            <p:cNvSpPr/>
            <p:nvPr/>
          </p:nvSpPr>
          <p:spPr>
            <a:xfrm>
              <a:off x="2312500" y="1677025"/>
              <a:ext cx="20000" cy="45075"/>
            </a:xfrm>
            <a:custGeom>
              <a:avLst/>
              <a:gdLst/>
              <a:ahLst/>
              <a:cxnLst/>
              <a:rect l="l" t="t" r="r" b="b"/>
              <a:pathLst>
                <a:path w="800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00" y="1803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9" name="Google Shape;13849;p30"/>
            <p:cNvSpPr/>
            <p:nvPr/>
          </p:nvSpPr>
          <p:spPr>
            <a:xfrm>
              <a:off x="2170650" y="1677025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0" name="Google Shape;13850;p30"/>
            <p:cNvSpPr/>
            <p:nvPr/>
          </p:nvSpPr>
          <p:spPr>
            <a:xfrm>
              <a:off x="22921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1" name="Google Shape;13851;p30"/>
            <p:cNvSpPr/>
            <p:nvPr/>
          </p:nvSpPr>
          <p:spPr>
            <a:xfrm>
              <a:off x="21910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52" name="Google Shape;13852;p30"/>
          <p:cNvGrpSpPr/>
          <p:nvPr/>
        </p:nvGrpSpPr>
        <p:grpSpPr>
          <a:xfrm>
            <a:off x="226474" y="2808726"/>
            <a:ext cx="1291401" cy="1794831"/>
            <a:chOff x="2590725" y="560600"/>
            <a:chExt cx="323700" cy="449900"/>
          </a:xfrm>
        </p:grpSpPr>
        <p:sp>
          <p:nvSpPr>
            <p:cNvPr id="13853" name="Google Shape;13853;p30"/>
            <p:cNvSpPr/>
            <p:nvPr/>
          </p:nvSpPr>
          <p:spPr>
            <a:xfrm>
              <a:off x="2611100" y="560600"/>
              <a:ext cx="282950" cy="224975"/>
            </a:xfrm>
            <a:custGeom>
              <a:avLst/>
              <a:gdLst/>
              <a:ahLst/>
              <a:cxnLst/>
              <a:rect l="l" t="t" r="r" b="b"/>
              <a:pathLst>
                <a:path w="11318" h="8999" extrusionOk="0">
                  <a:moveTo>
                    <a:pt x="800" y="1"/>
                  </a:moveTo>
                  <a:lnTo>
                    <a:pt x="800" y="894"/>
                  </a:lnTo>
                  <a:lnTo>
                    <a:pt x="0" y="894"/>
                  </a:lnTo>
                  <a:lnTo>
                    <a:pt x="0" y="8998"/>
                  </a:lnTo>
                  <a:lnTo>
                    <a:pt x="11317" y="8998"/>
                  </a:lnTo>
                  <a:lnTo>
                    <a:pt x="11317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4" name="Google Shape;13854;p30"/>
            <p:cNvSpPr/>
            <p:nvPr/>
          </p:nvSpPr>
          <p:spPr>
            <a:xfrm>
              <a:off x="2590725" y="695800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5" name="Google Shape;13855;p30"/>
            <p:cNvSpPr/>
            <p:nvPr/>
          </p:nvSpPr>
          <p:spPr>
            <a:xfrm>
              <a:off x="2651450" y="695800"/>
              <a:ext cx="20025" cy="44700"/>
            </a:xfrm>
            <a:custGeom>
              <a:avLst/>
              <a:gdLst/>
              <a:ahLst/>
              <a:cxnLst/>
              <a:rect l="l" t="t" r="r" b="b"/>
              <a:pathLst>
                <a:path w="801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6" name="Google Shape;13856;p30"/>
            <p:cNvSpPr/>
            <p:nvPr/>
          </p:nvSpPr>
          <p:spPr>
            <a:xfrm>
              <a:off x="2833275" y="695800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7" name="Google Shape;13857;p30"/>
            <p:cNvSpPr/>
            <p:nvPr/>
          </p:nvSpPr>
          <p:spPr>
            <a:xfrm>
              <a:off x="2894025" y="695800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8" name="Google Shape;13858;p30"/>
            <p:cNvSpPr/>
            <p:nvPr/>
          </p:nvSpPr>
          <p:spPr>
            <a:xfrm>
              <a:off x="2702000" y="763200"/>
              <a:ext cx="101125" cy="22375"/>
            </a:xfrm>
            <a:custGeom>
              <a:avLst/>
              <a:gdLst/>
              <a:ahLst/>
              <a:cxnLst/>
              <a:rect l="l" t="t" r="r" b="b"/>
              <a:pathLst>
                <a:path w="4045" h="895" extrusionOk="0">
                  <a:moveTo>
                    <a:pt x="1" y="1"/>
                  </a:moveTo>
                  <a:lnTo>
                    <a:pt x="1" y="894"/>
                  </a:lnTo>
                  <a:lnTo>
                    <a:pt x="4045" y="894"/>
                  </a:lnTo>
                  <a:lnTo>
                    <a:pt x="4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9" name="Google Shape;13859;p30"/>
            <p:cNvSpPr/>
            <p:nvPr/>
          </p:nvSpPr>
          <p:spPr>
            <a:xfrm>
              <a:off x="2772925" y="560600"/>
              <a:ext cx="121125" cy="90175"/>
            </a:xfrm>
            <a:custGeom>
              <a:avLst/>
              <a:gdLst/>
              <a:ahLst/>
              <a:cxnLst/>
              <a:rect l="l" t="t" r="r" b="b"/>
              <a:pathLst>
                <a:path w="4845" h="3607" extrusionOk="0">
                  <a:moveTo>
                    <a:pt x="1" y="1"/>
                  </a:moveTo>
                  <a:lnTo>
                    <a:pt x="1" y="894"/>
                  </a:lnTo>
                  <a:lnTo>
                    <a:pt x="1615" y="894"/>
                  </a:lnTo>
                  <a:lnTo>
                    <a:pt x="1615" y="1804"/>
                  </a:lnTo>
                  <a:lnTo>
                    <a:pt x="3230" y="1804"/>
                  </a:lnTo>
                  <a:lnTo>
                    <a:pt x="3230" y="3606"/>
                  </a:lnTo>
                  <a:lnTo>
                    <a:pt x="4844" y="3606"/>
                  </a:lnTo>
                  <a:lnTo>
                    <a:pt x="4844" y="894"/>
                  </a:lnTo>
                  <a:lnTo>
                    <a:pt x="4045" y="894"/>
                  </a:lnTo>
                  <a:lnTo>
                    <a:pt x="40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0" name="Google Shape;13860;p30"/>
            <p:cNvSpPr/>
            <p:nvPr/>
          </p:nvSpPr>
          <p:spPr>
            <a:xfrm>
              <a:off x="2611100" y="582950"/>
              <a:ext cx="20000" cy="45075"/>
            </a:xfrm>
            <a:custGeom>
              <a:avLst/>
              <a:gdLst/>
              <a:ahLst/>
              <a:cxnLst/>
              <a:rect l="l" t="t" r="r" b="b"/>
              <a:pathLst>
                <a:path w="800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00" y="1803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1" name="Google Shape;13861;p30"/>
            <p:cNvSpPr/>
            <p:nvPr/>
          </p:nvSpPr>
          <p:spPr>
            <a:xfrm>
              <a:off x="2671450" y="785550"/>
              <a:ext cx="161850" cy="135200"/>
            </a:xfrm>
            <a:custGeom>
              <a:avLst/>
              <a:gdLst/>
              <a:ahLst/>
              <a:cxnLst/>
              <a:rect l="l" t="t" r="r" b="b"/>
              <a:pathLst>
                <a:path w="6474" h="5408" extrusionOk="0">
                  <a:moveTo>
                    <a:pt x="0" y="0"/>
                  </a:moveTo>
                  <a:lnTo>
                    <a:pt x="0" y="5408"/>
                  </a:lnTo>
                  <a:lnTo>
                    <a:pt x="6474" y="5408"/>
                  </a:lnTo>
                  <a:lnTo>
                    <a:pt x="6474" y="3605"/>
                  </a:lnTo>
                  <a:lnTo>
                    <a:pt x="5674" y="3605"/>
                  </a:lnTo>
                  <a:lnTo>
                    <a:pt x="5674" y="1803"/>
                  </a:lnTo>
                  <a:lnTo>
                    <a:pt x="6474" y="1803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2" name="Google Shape;13862;p30"/>
            <p:cNvSpPr/>
            <p:nvPr/>
          </p:nvSpPr>
          <p:spPr>
            <a:xfrm>
              <a:off x="2651450" y="808275"/>
              <a:ext cx="202225" cy="22350"/>
            </a:xfrm>
            <a:custGeom>
              <a:avLst/>
              <a:gdLst/>
              <a:ahLst/>
              <a:cxnLst/>
              <a:rect l="l" t="t" r="r" b="b"/>
              <a:pathLst>
                <a:path w="8089" h="894" extrusionOk="0">
                  <a:moveTo>
                    <a:pt x="1" y="0"/>
                  </a:moveTo>
                  <a:lnTo>
                    <a:pt x="1" y="894"/>
                  </a:lnTo>
                  <a:lnTo>
                    <a:pt x="8089" y="894"/>
                  </a:lnTo>
                  <a:lnTo>
                    <a:pt x="80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3" name="Google Shape;13863;p30"/>
            <p:cNvSpPr/>
            <p:nvPr/>
          </p:nvSpPr>
          <p:spPr>
            <a:xfrm>
              <a:off x="2853650" y="83060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4" name="Google Shape;13864;p30"/>
            <p:cNvSpPr/>
            <p:nvPr/>
          </p:nvSpPr>
          <p:spPr>
            <a:xfrm>
              <a:off x="2631075" y="830600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1" y="1"/>
                  </a:moveTo>
                  <a:lnTo>
                    <a:pt x="1" y="3606"/>
                  </a:lnTo>
                  <a:lnTo>
                    <a:pt x="816" y="3606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5" name="Google Shape;13865;p30"/>
            <p:cNvSpPr/>
            <p:nvPr/>
          </p:nvSpPr>
          <p:spPr>
            <a:xfrm>
              <a:off x="2671450" y="965800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6" name="Google Shape;13866;p30"/>
            <p:cNvSpPr/>
            <p:nvPr/>
          </p:nvSpPr>
          <p:spPr>
            <a:xfrm>
              <a:off x="2813300" y="965800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00" y="1787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7" name="Google Shape;13867;p30"/>
            <p:cNvSpPr/>
            <p:nvPr/>
          </p:nvSpPr>
          <p:spPr>
            <a:xfrm>
              <a:off x="2722375" y="852950"/>
              <a:ext cx="20025" cy="22750"/>
            </a:xfrm>
            <a:custGeom>
              <a:avLst/>
              <a:gdLst/>
              <a:ahLst/>
              <a:cxnLst/>
              <a:rect l="l" t="t" r="r" b="b"/>
              <a:pathLst>
                <a:path w="801" h="910" extrusionOk="0">
                  <a:moveTo>
                    <a:pt x="1" y="0"/>
                  </a:moveTo>
                  <a:lnTo>
                    <a:pt x="1" y="909"/>
                  </a:lnTo>
                  <a:lnTo>
                    <a:pt x="800" y="909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8" name="Google Shape;13868;p30"/>
            <p:cNvSpPr/>
            <p:nvPr/>
          </p:nvSpPr>
          <p:spPr>
            <a:xfrm>
              <a:off x="2671450" y="920725"/>
              <a:ext cx="161850" cy="45100"/>
            </a:xfrm>
            <a:custGeom>
              <a:avLst/>
              <a:gdLst/>
              <a:ahLst/>
              <a:cxnLst/>
              <a:rect l="l" t="t" r="r" b="b"/>
              <a:pathLst>
                <a:path w="6474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894"/>
                  </a:lnTo>
                  <a:lnTo>
                    <a:pt x="5674" y="894"/>
                  </a:lnTo>
                  <a:lnTo>
                    <a:pt x="5674" y="1803"/>
                  </a:lnTo>
                  <a:lnTo>
                    <a:pt x="6474" y="1803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28" name="Google Shape;14328;p34"/>
          <p:cNvGrpSpPr/>
          <p:nvPr/>
        </p:nvGrpSpPr>
        <p:grpSpPr>
          <a:xfrm>
            <a:off x="720000" y="1540425"/>
            <a:ext cx="833900" cy="836975"/>
            <a:chOff x="720000" y="1540425"/>
            <a:chExt cx="833900" cy="836975"/>
          </a:xfrm>
        </p:grpSpPr>
        <p:sp>
          <p:nvSpPr>
            <p:cNvPr id="14329" name="Google Shape;14329;p34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21361"/>
                <a:gd name="adj2" fmla="val 6518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30" name="Google Shape;14330;p34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4331" name="Google Shape;14331;p34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2" name="Google Shape;14332;p34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3" name="Google Shape;14333;p34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4" name="Google Shape;14334;p34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35" name="Google Shape;14335;p34"/>
          <p:cNvGrpSpPr/>
          <p:nvPr/>
        </p:nvGrpSpPr>
        <p:grpSpPr>
          <a:xfrm>
            <a:off x="720000" y="3177663"/>
            <a:ext cx="833900" cy="836975"/>
            <a:chOff x="720000" y="1540425"/>
            <a:chExt cx="833900" cy="836975"/>
          </a:xfrm>
        </p:grpSpPr>
        <p:sp>
          <p:nvSpPr>
            <p:cNvPr id="14336" name="Google Shape;14336;p34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21361"/>
                <a:gd name="adj2" fmla="val 6518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37" name="Google Shape;14337;p34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4338" name="Google Shape;14338;p34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9" name="Google Shape;14339;p34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0" name="Google Shape;14340;p34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1" name="Google Shape;14341;p34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42" name="Google Shape;14342;p34"/>
          <p:cNvGrpSpPr/>
          <p:nvPr/>
        </p:nvGrpSpPr>
        <p:grpSpPr>
          <a:xfrm>
            <a:off x="5013050" y="3177663"/>
            <a:ext cx="833900" cy="836975"/>
            <a:chOff x="720000" y="1540425"/>
            <a:chExt cx="833900" cy="836975"/>
          </a:xfrm>
        </p:grpSpPr>
        <p:sp>
          <p:nvSpPr>
            <p:cNvPr id="14343" name="Google Shape;14343;p34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21361"/>
                <a:gd name="adj2" fmla="val 6518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44" name="Google Shape;14344;p34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4345" name="Google Shape;14345;p34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6" name="Google Shape;14346;p34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7" name="Google Shape;14347;p34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8" name="Google Shape;14348;p34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49" name="Google Shape;14349;p34"/>
          <p:cNvGrpSpPr/>
          <p:nvPr/>
        </p:nvGrpSpPr>
        <p:grpSpPr>
          <a:xfrm>
            <a:off x="5013050" y="1541900"/>
            <a:ext cx="833900" cy="836975"/>
            <a:chOff x="720000" y="1540425"/>
            <a:chExt cx="833900" cy="836975"/>
          </a:xfrm>
        </p:grpSpPr>
        <p:sp>
          <p:nvSpPr>
            <p:cNvPr id="14350" name="Google Shape;14350;p34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21361"/>
                <a:gd name="adj2" fmla="val 6518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51" name="Google Shape;14351;p34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4352" name="Google Shape;14352;p34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3" name="Google Shape;14353;p34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4" name="Google Shape;14354;p34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5" name="Google Shape;14355;p34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356" name="Google Shape;14356;p34"/>
          <p:cNvSpPr txBox="1">
            <a:spLocks noGrp="1"/>
          </p:cNvSpPr>
          <p:nvPr>
            <p:ph type="title" idx="6"/>
          </p:nvPr>
        </p:nvSpPr>
        <p:spPr>
          <a:xfrm>
            <a:off x="5082500" y="333690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sp>
        <p:nvSpPr>
          <p:cNvPr id="14357" name="Google Shape;14357;p34"/>
          <p:cNvSpPr txBox="1">
            <a:spLocks noGrp="1"/>
          </p:cNvSpPr>
          <p:nvPr>
            <p:ph type="title" idx="3"/>
          </p:nvPr>
        </p:nvSpPr>
        <p:spPr>
          <a:xfrm>
            <a:off x="793988" y="333690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14358" name="Google Shape;14358;p34"/>
          <p:cNvSpPr txBox="1">
            <a:spLocks noGrp="1"/>
          </p:cNvSpPr>
          <p:nvPr>
            <p:ph type="title" idx="15"/>
          </p:nvPr>
        </p:nvSpPr>
        <p:spPr>
          <a:xfrm>
            <a:off x="5082500" y="170385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14359" name="Google Shape;14359;p34"/>
          <p:cNvSpPr txBox="1">
            <a:spLocks noGrp="1"/>
          </p:cNvSpPr>
          <p:nvPr>
            <p:ph type="title" idx="9"/>
          </p:nvPr>
        </p:nvSpPr>
        <p:spPr>
          <a:xfrm>
            <a:off x="794000" y="170385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14360" name="Google Shape;1436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목차</a:t>
            </a:r>
            <a:r>
              <a:rPr lang="en-US" altLang="ko-KR" sz="32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sz="32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61" name="Google Shape;14361;p34"/>
          <p:cNvSpPr txBox="1">
            <a:spLocks noGrp="1"/>
          </p:cNvSpPr>
          <p:nvPr>
            <p:ph type="subTitle" idx="1"/>
          </p:nvPr>
        </p:nvSpPr>
        <p:spPr>
          <a:xfrm>
            <a:off x="1782599" y="31263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UI/UX.</a:t>
            </a:r>
            <a:endParaRPr sz="20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62" name="Google Shape;14362;p34"/>
          <p:cNvSpPr txBox="1">
            <a:spLocks noGrp="1"/>
          </p:cNvSpPr>
          <p:nvPr>
            <p:ph type="subTitle" idx="2"/>
          </p:nvPr>
        </p:nvSpPr>
        <p:spPr>
          <a:xfrm>
            <a:off x="1782600" y="35961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인터페이스 디자인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경험 디자인</a:t>
            </a:r>
            <a:endParaRPr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363" name="Google Shape;14363;p34"/>
          <p:cNvSpPr txBox="1">
            <a:spLocks noGrp="1"/>
          </p:cNvSpPr>
          <p:nvPr>
            <p:ph type="subTitle" idx="4"/>
          </p:nvPr>
        </p:nvSpPr>
        <p:spPr>
          <a:xfrm>
            <a:off x="6075599" y="31263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플로우차트</a:t>
            </a:r>
            <a:r>
              <a:rPr lang="en-US" altLang="ko-KR" sz="2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sz="20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64" name="Google Shape;14364;p34"/>
          <p:cNvSpPr txBox="1">
            <a:spLocks noGrp="1"/>
          </p:cNvSpPr>
          <p:nvPr>
            <p:ph type="subTitle" idx="5"/>
          </p:nvPr>
        </p:nvSpPr>
        <p:spPr>
          <a:xfrm>
            <a:off x="6075600" y="35961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버튼 클릭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플로우차트</a:t>
            </a:r>
            <a:endParaRPr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365" name="Google Shape;14365;p34"/>
          <p:cNvSpPr txBox="1">
            <a:spLocks noGrp="1"/>
          </p:cNvSpPr>
          <p:nvPr>
            <p:ph type="subTitle" idx="7"/>
          </p:nvPr>
        </p:nvSpPr>
        <p:spPr>
          <a:xfrm>
            <a:off x="1782599" y="14906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개요</a:t>
            </a:r>
            <a:r>
              <a:rPr lang="en-US" altLang="ko-KR" sz="2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sz="20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66" name="Google Shape;14366;p34"/>
          <p:cNvSpPr txBox="1">
            <a:spLocks noGrp="1"/>
          </p:cNvSpPr>
          <p:nvPr>
            <p:ph type="subTitle" idx="8"/>
          </p:nvPr>
        </p:nvSpPr>
        <p:spPr>
          <a:xfrm>
            <a:off x="1782600" y="19604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기획서 간단 설명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작성 의도 등 </a:t>
            </a:r>
            <a:endParaRPr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367" name="Google Shape;14367;p34"/>
          <p:cNvSpPr txBox="1">
            <a:spLocks noGrp="1"/>
          </p:cNvSpPr>
          <p:nvPr>
            <p:ph type="subTitle" idx="13"/>
          </p:nvPr>
        </p:nvSpPr>
        <p:spPr>
          <a:xfrm>
            <a:off x="6075599" y="14906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설명</a:t>
            </a:r>
            <a:r>
              <a:rPr lang="en-US" altLang="ko-KR" sz="2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sz="20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68" name="Google Shape;14368;p34"/>
          <p:cNvSpPr txBox="1">
            <a:spLocks noGrp="1"/>
          </p:cNvSpPr>
          <p:nvPr>
            <p:ph type="subTitle" idx="14"/>
          </p:nvPr>
        </p:nvSpPr>
        <p:spPr>
          <a:xfrm>
            <a:off x="6075600" y="19604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시스템 요약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용어 정리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&amp;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3" name="Google Shape;14373;p35"/>
          <p:cNvGrpSpPr/>
          <p:nvPr/>
        </p:nvGrpSpPr>
        <p:grpSpPr>
          <a:xfrm>
            <a:off x="3800923" y="862632"/>
            <a:ext cx="1542298" cy="1547985"/>
            <a:chOff x="720000" y="1540425"/>
            <a:chExt cx="833900" cy="836975"/>
          </a:xfrm>
        </p:grpSpPr>
        <p:sp>
          <p:nvSpPr>
            <p:cNvPr id="14374" name="Google Shape;14374;p35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62968"/>
                <a:gd name="adj2" fmla="val 21351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75" name="Google Shape;14375;p35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4376" name="Google Shape;14376;p35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7" name="Google Shape;14377;p35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8" name="Google Shape;14378;p35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9" name="Google Shape;14379;p35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380" name="Google Shape;14380;p35"/>
          <p:cNvSpPr txBox="1">
            <a:spLocks noGrp="1"/>
          </p:cNvSpPr>
          <p:nvPr>
            <p:ph type="title" idx="2"/>
          </p:nvPr>
        </p:nvSpPr>
        <p:spPr>
          <a:xfrm>
            <a:off x="3871375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14381" name="Google Shape;14381;p35"/>
          <p:cNvSpPr txBox="1">
            <a:spLocks noGrp="1"/>
          </p:cNvSpPr>
          <p:nvPr>
            <p:ph type="title"/>
          </p:nvPr>
        </p:nvSpPr>
        <p:spPr>
          <a:xfrm>
            <a:off x="21261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개요</a:t>
            </a:r>
            <a:r>
              <a:rPr lang="en-US" altLang="ko-KR" sz="4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sz="40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2" name="Google Shape;14382;p35"/>
          <p:cNvSpPr txBox="1">
            <a:spLocks noGrp="1"/>
          </p:cNvSpPr>
          <p:nvPr>
            <p:ph type="subTitle" idx="1"/>
          </p:nvPr>
        </p:nvSpPr>
        <p:spPr>
          <a:xfrm>
            <a:off x="2126100" y="3500100"/>
            <a:ext cx="48918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기획서 간단 설명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작성 의도 등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73" name="Google Shape;13873;p31"/>
          <p:cNvGrpSpPr/>
          <p:nvPr/>
        </p:nvGrpSpPr>
        <p:grpSpPr>
          <a:xfrm>
            <a:off x="7" y="4511474"/>
            <a:ext cx="9446833" cy="1136997"/>
            <a:chOff x="7" y="4511474"/>
            <a:chExt cx="9446833" cy="1136997"/>
          </a:xfrm>
        </p:grpSpPr>
        <p:grpSp>
          <p:nvGrpSpPr>
            <p:cNvPr id="13874" name="Google Shape;13874;p31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3875" name="Google Shape;13875;p3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6" name="Google Shape;13876;p3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7" name="Google Shape;13877;p3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8" name="Google Shape;13878;p3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9" name="Google Shape;13879;p3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0" name="Google Shape;13880;p3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1" name="Google Shape;13881;p3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2" name="Google Shape;13882;p3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3" name="Google Shape;13883;p3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4" name="Google Shape;13884;p3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5" name="Google Shape;13885;p3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6" name="Google Shape;13886;p3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7" name="Google Shape;13887;p3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8" name="Google Shape;13888;p3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9" name="Google Shape;13889;p3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0" name="Google Shape;13890;p3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1" name="Google Shape;13891;p3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2" name="Google Shape;13892;p3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3" name="Google Shape;13893;p3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4" name="Google Shape;13894;p3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5" name="Google Shape;13895;p3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6" name="Google Shape;13896;p3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7" name="Google Shape;13897;p3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8" name="Google Shape;13898;p3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9" name="Google Shape;13899;p3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0" name="Google Shape;13900;p3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1" name="Google Shape;13901;p3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2" name="Google Shape;13902;p3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3" name="Google Shape;13903;p3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4" name="Google Shape;13904;p3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5" name="Google Shape;13905;p3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6" name="Google Shape;13906;p3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7" name="Google Shape;13907;p3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8" name="Google Shape;13908;p3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9" name="Google Shape;13909;p3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0" name="Google Shape;13910;p3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1" name="Google Shape;13911;p3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2" name="Google Shape;13912;p3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3" name="Google Shape;13913;p3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4" name="Google Shape;13914;p3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5" name="Google Shape;13915;p3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6" name="Google Shape;13916;p3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7" name="Google Shape;13917;p3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18" name="Google Shape;13918;p31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3919" name="Google Shape;13919;p3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0" name="Google Shape;13920;p3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1" name="Google Shape;13921;p3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2" name="Google Shape;13922;p3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3" name="Google Shape;13923;p3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4" name="Google Shape;13924;p3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5" name="Google Shape;13925;p3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6" name="Google Shape;13926;p3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7" name="Google Shape;13927;p3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8" name="Google Shape;13928;p3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9" name="Google Shape;13929;p3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0" name="Google Shape;13930;p3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1" name="Google Shape;13931;p3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2" name="Google Shape;13932;p3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3" name="Google Shape;13933;p3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4" name="Google Shape;13934;p3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5" name="Google Shape;13935;p3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6" name="Google Shape;13936;p3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7" name="Google Shape;13937;p3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8" name="Google Shape;13938;p3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9" name="Google Shape;13939;p3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0" name="Google Shape;13940;p3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1" name="Google Shape;13941;p3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2" name="Google Shape;13942;p3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3" name="Google Shape;13943;p3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4" name="Google Shape;13944;p3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5" name="Google Shape;13945;p3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6" name="Google Shape;13946;p3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7" name="Google Shape;13947;p3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8" name="Google Shape;13948;p3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9" name="Google Shape;13949;p3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0" name="Google Shape;13950;p3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1" name="Google Shape;13951;p3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2" name="Google Shape;13952;p3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3" name="Google Shape;13953;p3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4" name="Google Shape;13954;p3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5" name="Google Shape;13955;p3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6" name="Google Shape;13956;p3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7" name="Google Shape;13957;p3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8" name="Google Shape;13958;p3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9" name="Google Shape;13959;p3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0" name="Google Shape;13960;p3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1" name="Google Shape;13961;p3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62" name="Google Shape;13962;p31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3963" name="Google Shape;13963;p3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4" name="Google Shape;13964;p3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5" name="Google Shape;13965;p3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6" name="Google Shape;13966;p3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7" name="Google Shape;13967;p3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8" name="Google Shape;13968;p3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9" name="Google Shape;13969;p3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0" name="Google Shape;13970;p3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1" name="Google Shape;13971;p3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2" name="Google Shape;13972;p3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3" name="Google Shape;13973;p3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4" name="Google Shape;13974;p3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5" name="Google Shape;13975;p3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6" name="Google Shape;13976;p3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7" name="Google Shape;13977;p3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8" name="Google Shape;13978;p3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9" name="Google Shape;13979;p3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0" name="Google Shape;13980;p3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1" name="Google Shape;13981;p3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2" name="Google Shape;13982;p3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3" name="Google Shape;13983;p3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4" name="Google Shape;13984;p3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5" name="Google Shape;13985;p3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6" name="Google Shape;13986;p3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7" name="Google Shape;13987;p3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8" name="Google Shape;13988;p3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9" name="Google Shape;13989;p3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0" name="Google Shape;13990;p3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1" name="Google Shape;13991;p3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2" name="Google Shape;13992;p3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3" name="Google Shape;13993;p3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4" name="Google Shape;13994;p3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5" name="Google Shape;13995;p3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6" name="Google Shape;13996;p3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7" name="Google Shape;13997;p3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8" name="Google Shape;13998;p3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9" name="Google Shape;13999;p3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0" name="Google Shape;14000;p3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1" name="Google Shape;14001;p3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2" name="Google Shape;14002;p3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3" name="Google Shape;14003;p3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4" name="Google Shape;14004;p3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5" name="Google Shape;14005;p3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06" name="Google Shape;14006;p31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4007" name="Google Shape;14007;p3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8" name="Google Shape;14008;p3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9" name="Google Shape;14009;p3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0" name="Google Shape;14010;p3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1" name="Google Shape;14011;p3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2" name="Google Shape;14012;p3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3" name="Google Shape;14013;p3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4" name="Google Shape;14014;p3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5" name="Google Shape;14015;p3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6" name="Google Shape;14016;p3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7" name="Google Shape;14017;p3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8" name="Google Shape;14018;p3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9" name="Google Shape;14019;p3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0" name="Google Shape;14020;p3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1" name="Google Shape;14021;p3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2" name="Google Shape;14022;p3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3" name="Google Shape;14023;p3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4" name="Google Shape;14024;p3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5" name="Google Shape;14025;p3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6" name="Google Shape;14026;p3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7" name="Google Shape;14027;p3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8" name="Google Shape;14028;p3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9" name="Google Shape;14029;p3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0" name="Google Shape;14030;p3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1" name="Google Shape;14031;p3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2" name="Google Shape;14032;p3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3" name="Google Shape;14033;p3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4" name="Google Shape;14034;p3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5" name="Google Shape;14035;p3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6" name="Google Shape;14036;p3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7" name="Google Shape;14037;p3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8" name="Google Shape;14038;p3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9" name="Google Shape;14039;p3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0" name="Google Shape;14040;p3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1" name="Google Shape;14041;p3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2" name="Google Shape;14042;p3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3" name="Google Shape;14043;p3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4" name="Google Shape;14044;p3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5" name="Google Shape;14045;p3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6" name="Google Shape;14046;p3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7" name="Google Shape;14047;p3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8" name="Google Shape;14048;p3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9" name="Google Shape;14049;p3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50" name="Google Shape;14050;p31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4051" name="Google Shape;14051;p3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2" name="Google Shape;14052;p3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3" name="Google Shape;14053;p3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4" name="Google Shape;14054;p3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5" name="Google Shape;14055;p3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6" name="Google Shape;14056;p3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7" name="Google Shape;14057;p3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8" name="Google Shape;14058;p3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9" name="Google Shape;14059;p3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0" name="Google Shape;14060;p3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1" name="Google Shape;14061;p3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2" name="Google Shape;14062;p3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3" name="Google Shape;14063;p3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4" name="Google Shape;14064;p3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5" name="Google Shape;14065;p3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6" name="Google Shape;14066;p3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7" name="Google Shape;14067;p3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8" name="Google Shape;14068;p3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9" name="Google Shape;14069;p3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0" name="Google Shape;14070;p3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1" name="Google Shape;14071;p3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2" name="Google Shape;14072;p3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3" name="Google Shape;14073;p3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4" name="Google Shape;14074;p3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5" name="Google Shape;14075;p3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6" name="Google Shape;14076;p3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7" name="Google Shape;14077;p3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8" name="Google Shape;14078;p3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9" name="Google Shape;14079;p3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0" name="Google Shape;14080;p3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1" name="Google Shape;14081;p3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2" name="Google Shape;14082;p3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3" name="Google Shape;14083;p3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4" name="Google Shape;14084;p3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5" name="Google Shape;14085;p3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6" name="Google Shape;14086;p3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7" name="Google Shape;14087;p3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8" name="Google Shape;14088;p3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9" name="Google Shape;14089;p3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0" name="Google Shape;14090;p3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1" name="Google Shape;14091;p3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2" name="Google Shape;14092;p3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3" name="Google Shape;14093;p3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94" name="Google Shape;14094;p31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4095" name="Google Shape;14095;p3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6" name="Google Shape;14096;p3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7" name="Google Shape;14097;p3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8" name="Google Shape;14098;p3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9" name="Google Shape;14099;p3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0" name="Google Shape;14100;p3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1" name="Google Shape;14101;p3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2" name="Google Shape;14102;p3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3" name="Google Shape;14103;p3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4" name="Google Shape;14104;p3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5" name="Google Shape;14105;p3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6" name="Google Shape;14106;p3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7" name="Google Shape;14107;p3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8" name="Google Shape;14108;p3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9" name="Google Shape;14109;p3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0" name="Google Shape;14110;p3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1" name="Google Shape;14111;p3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2" name="Google Shape;14112;p3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3" name="Google Shape;14113;p3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4" name="Google Shape;14114;p3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5" name="Google Shape;14115;p3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6" name="Google Shape;14116;p3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7" name="Google Shape;14117;p3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8" name="Google Shape;14118;p3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9" name="Google Shape;14119;p3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0" name="Google Shape;14120;p3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1" name="Google Shape;14121;p3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2" name="Google Shape;14122;p3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3" name="Google Shape;14123;p3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4" name="Google Shape;14124;p3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5" name="Google Shape;14125;p3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6" name="Google Shape;14126;p3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7" name="Google Shape;14127;p3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8" name="Google Shape;14128;p3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9" name="Google Shape;14129;p3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0" name="Google Shape;14130;p3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1" name="Google Shape;14131;p3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2" name="Google Shape;14132;p3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3" name="Google Shape;14133;p3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4" name="Google Shape;14134;p3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5" name="Google Shape;14135;p3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6" name="Google Shape;14136;p3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7" name="Google Shape;14137;p3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38" name="Google Shape;14138;p31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4139" name="Google Shape;14139;p3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0" name="Google Shape;14140;p3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1" name="Google Shape;14141;p3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2" name="Google Shape;14142;p3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3" name="Google Shape;14143;p3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4" name="Google Shape;14144;p3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5" name="Google Shape;14145;p3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6" name="Google Shape;14146;p3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7" name="Google Shape;14147;p3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8" name="Google Shape;14148;p3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9" name="Google Shape;14149;p3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0" name="Google Shape;14150;p3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1" name="Google Shape;14151;p3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2" name="Google Shape;14152;p3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3" name="Google Shape;14153;p3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4" name="Google Shape;14154;p3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5" name="Google Shape;14155;p3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6" name="Google Shape;14156;p3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7" name="Google Shape;14157;p3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8" name="Google Shape;14158;p3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9" name="Google Shape;14159;p3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0" name="Google Shape;14160;p3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1" name="Google Shape;14161;p3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2" name="Google Shape;14162;p3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3" name="Google Shape;14163;p3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4" name="Google Shape;14164;p3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5" name="Google Shape;14165;p3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6" name="Google Shape;14166;p3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7" name="Google Shape;14167;p3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8" name="Google Shape;14168;p3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9" name="Google Shape;14169;p3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0" name="Google Shape;14170;p3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1" name="Google Shape;14171;p3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2" name="Google Shape;14172;p3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3" name="Google Shape;14173;p3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4" name="Google Shape;14174;p3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5" name="Google Shape;14175;p3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6" name="Google Shape;14176;p3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7" name="Google Shape;14177;p3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8" name="Google Shape;14178;p3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9" name="Google Shape;14179;p3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0" name="Google Shape;14180;p3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1" name="Google Shape;14181;p3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82" name="Google Shape;14182;p31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4183" name="Google Shape;14183;p3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4" name="Google Shape;14184;p3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5" name="Google Shape;14185;p3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6" name="Google Shape;14186;p3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7" name="Google Shape;14187;p3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8" name="Google Shape;14188;p3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9" name="Google Shape;14189;p3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0" name="Google Shape;14190;p3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1" name="Google Shape;14191;p3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2" name="Google Shape;14192;p3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3" name="Google Shape;14193;p3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4" name="Google Shape;14194;p3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5" name="Google Shape;14195;p3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6" name="Google Shape;14196;p3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7" name="Google Shape;14197;p3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8" name="Google Shape;14198;p3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9" name="Google Shape;14199;p3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0" name="Google Shape;14200;p3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1" name="Google Shape;14201;p3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2" name="Google Shape;14202;p3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3" name="Google Shape;14203;p3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4" name="Google Shape;14204;p3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5" name="Google Shape;14205;p3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6" name="Google Shape;14206;p3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7" name="Google Shape;14207;p3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8" name="Google Shape;14208;p3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9" name="Google Shape;14209;p3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0" name="Google Shape;14210;p3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1" name="Google Shape;14211;p3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2" name="Google Shape;14212;p3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3" name="Google Shape;14213;p3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4" name="Google Shape;14214;p3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5" name="Google Shape;14215;p3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6" name="Google Shape;14216;p3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7" name="Google Shape;14217;p3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8" name="Google Shape;14218;p3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9" name="Google Shape;14219;p3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0" name="Google Shape;14220;p3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1" name="Google Shape;14221;p3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2" name="Google Shape;14222;p3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3" name="Google Shape;14223;p3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4" name="Google Shape;14224;p3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5" name="Google Shape;14225;p3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26" name="Google Shape;14226;p31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4227" name="Google Shape;14227;p3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8" name="Google Shape;14228;p3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9" name="Google Shape;14229;p3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0" name="Google Shape;14230;p3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1" name="Google Shape;14231;p3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2" name="Google Shape;14232;p3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3" name="Google Shape;14233;p3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4" name="Google Shape;14234;p3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5" name="Google Shape;14235;p3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6" name="Google Shape;14236;p3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7" name="Google Shape;14237;p3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8" name="Google Shape;14238;p3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9" name="Google Shape;14239;p3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0" name="Google Shape;14240;p3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1" name="Google Shape;14241;p3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2" name="Google Shape;14242;p3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3" name="Google Shape;14243;p3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4" name="Google Shape;14244;p3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5" name="Google Shape;14245;p3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6" name="Google Shape;14246;p3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7" name="Google Shape;14247;p3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8" name="Google Shape;14248;p3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9" name="Google Shape;14249;p3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0" name="Google Shape;14250;p3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1" name="Google Shape;14251;p3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2" name="Google Shape;14252;p3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3" name="Google Shape;14253;p3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4" name="Google Shape;14254;p3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5" name="Google Shape;14255;p3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6" name="Google Shape;14256;p3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7" name="Google Shape;14257;p3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8" name="Google Shape;14258;p3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9" name="Google Shape;14259;p3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0" name="Google Shape;14260;p3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1" name="Google Shape;14261;p3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2" name="Google Shape;14262;p3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3" name="Google Shape;14263;p3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4" name="Google Shape;14264;p3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5" name="Google Shape;14265;p3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6" name="Google Shape;14266;p3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7" name="Google Shape;14267;p3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8" name="Google Shape;14268;p3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9" name="Google Shape;14269;p3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270" name="Google Shape;14270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개요</a:t>
            </a:r>
            <a:r>
              <a:rPr lang="en-US" altLang="ko-KR" sz="32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sz="32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271" name="Google Shape;14271;p31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49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해당 문서는 모바일 게임 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택틱스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 어드벤처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(Tactics Adventure)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의 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인게임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 기획서입니다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오직 인게임만 기획한 문서로 추후 상점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BM,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로비 등은 다루지 않았습니다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  <a:sym typeface="Advent Pro Medium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웹 해상</a:t>
            </a:r>
            <a:r>
              <a:rPr lang="ko-KR" altLang="en-US" dirty="0">
                <a:solidFill>
                  <a:srgbClr val="35238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도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1080x1920 (9 : 16)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입니다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앱 해상도는 기본적으로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9 : 16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이지만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,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 기기에 따라 달라질 수 있습니다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  <a:sym typeface="Advent Pro Medium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본 문서는 실제 구두로 발표를 진행하지 않기에 글이 많이 들어가는 점 참고해 주시면 좋겠습니다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택틱스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카드 게임과 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로그라이크류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게임을 플레이해본 경험이 있으면 더 쉽게 이해할 수 있습니다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본문에 비슷한 장르의 게임의 링크를 첨부해 이해를 돕겠습니다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  <a:sym typeface="Advent Pro Medium"/>
              </a:rPr>
              <a:t>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  <a:sym typeface="Advent Pro Medium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기획서의 작성 의도로는 다음과 같습니다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685800" lvl="1" indent="-228600">
              <a:spcBef>
                <a:spcPts val="0"/>
              </a:spcBef>
              <a:buClr>
                <a:srgbClr val="352381"/>
              </a:buClr>
              <a:buSzPct val="100000"/>
              <a:buFont typeface="+mj-lt"/>
              <a:buAutoNum type="arabicPeriod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문서의 체계화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 전 명확하게 게임 시스템을 정의하기 위함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685800" lvl="1" indent="-228600">
              <a:spcBef>
                <a:spcPts val="0"/>
              </a:spcBef>
              <a:buClr>
                <a:srgbClr val="352381"/>
              </a:buClr>
              <a:buSzPct val="100000"/>
              <a:buFont typeface="+mj-lt"/>
              <a:buAutoNum type="arabicPeriod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커뮤니케이션 도구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 구성원 또는 관련 당사자가 이해할 수 있도록 하는 의사소통 도구 역할 위함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685800" lvl="1" indent="-228600">
              <a:spcBef>
                <a:spcPts val="0"/>
              </a:spcBef>
              <a:buClr>
                <a:srgbClr val="352381"/>
              </a:buClr>
              <a:buSzPct val="100000"/>
              <a:buFont typeface="+mj-lt"/>
              <a:buAutoNum type="arabicPeriod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자원 할당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자원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(ex.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시간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돈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효율적으로 배분하기 위함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685800" lvl="1" indent="-228600">
              <a:spcBef>
                <a:spcPts val="0"/>
              </a:spcBef>
              <a:buClr>
                <a:srgbClr val="352381"/>
              </a:buClr>
              <a:buSzPct val="100000"/>
              <a:buFont typeface="+mj-lt"/>
              <a:buAutoNum type="arabicPeriod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동기 부여 및 책임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동기를 부여하고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설정된 목표에 대해 진행 상황을 측정할 수 있으므로 책임감 부여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5593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5" name="Google Shape;14705;p41"/>
          <p:cNvSpPr txBox="1">
            <a:spLocks noGrp="1"/>
          </p:cNvSpPr>
          <p:nvPr>
            <p:ph type="title"/>
          </p:nvPr>
        </p:nvSpPr>
        <p:spPr>
          <a:xfrm>
            <a:off x="35322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UI/UX.</a:t>
            </a:r>
            <a:endParaRPr sz="40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706" name="Google Shape;14706;p41"/>
          <p:cNvSpPr txBox="1">
            <a:spLocks noGrp="1"/>
          </p:cNvSpPr>
          <p:nvPr>
            <p:ph type="subTitle" idx="1"/>
          </p:nvPr>
        </p:nvSpPr>
        <p:spPr>
          <a:xfrm>
            <a:off x="3716550" y="3500100"/>
            <a:ext cx="47073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인터페이스 디자인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경험 디자인</a:t>
            </a:r>
            <a:endParaRPr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14707" name="Google Shape;14707;p41"/>
          <p:cNvGrpSpPr/>
          <p:nvPr/>
        </p:nvGrpSpPr>
        <p:grpSpPr>
          <a:xfrm>
            <a:off x="6885123" y="862632"/>
            <a:ext cx="1542298" cy="1547985"/>
            <a:chOff x="720000" y="1540425"/>
            <a:chExt cx="833900" cy="836975"/>
          </a:xfrm>
        </p:grpSpPr>
        <p:sp>
          <p:nvSpPr>
            <p:cNvPr id="14708" name="Google Shape;14708;p41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62968"/>
                <a:gd name="adj2" fmla="val 21351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09" name="Google Shape;14709;p41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4710" name="Google Shape;14710;p41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1" name="Google Shape;14711;p41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2" name="Google Shape;14712;p41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3" name="Google Shape;14713;p41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714" name="Google Shape;14714;p41"/>
          <p:cNvSpPr txBox="1">
            <a:spLocks noGrp="1"/>
          </p:cNvSpPr>
          <p:nvPr>
            <p:ph type="title" idx="2"/>
          </p:nvPr>
        </p:nvSpPr>
        <p:spPr>
          <a:xfrm>
            <a:off x="6955575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6" name="Google Shape;1507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인 게임</a:t>
            </a:r>
            <a:endParaRPr sz="32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grpSp>
        <p:nvGrpSpPr>
          <p:cNvPr id="15077" name="Google Shape;15077;p45"/>
          <p:cNvGrpSpPr/>
          <p:nvPr/>
        </p:nvGrpSpPr>
        <p:grpSpPr>
          <a:xfrm>
            <a:off x="3546245" y="1752430"/>
            <a:ext cx="2051513" cy="2851218"/>
            <a:chOff x="2590725" y="1407025"/>
            <a:chExt cx="323700" cy="449875"/>
          </a:xfrm>
        </p:grpSpPr>
        <p:sp>
          <p:nvSpPr>
            <p:cNvPr id="15078" name="Google Shape;15078;p45"/>
            <p:cNvSpPr/>
            <p:nvPr/>
          </p:nvSpPr>
          <p:spPr>
            <a:xfrm>
              <a:off x="2611100" y="1454450"/>
              <a:ext cx="282950" cy="177525"/>
            </a:xfrm>
            <a:custGeom>
              <a:avLst/>
              <a:gdLst/>
              <a:ahLst/>
              <a:cxnLst/>
              <a:rect l="l" t="t" r="r" b="b"/>
              <a:pathLst>
                <a:path w="11318" h="7101" extrusionOk="0">
                  <a:moveTo>
                    <a:pt x="0" y="0"/>
                  </a:moveTo>
                  <a:lnTo>
                    <a:pt x="0" y="7101"/>
                  </a:lnTo>
                  <a:lnTo>
                    <a:pt x="11317" y="7101"/>
                  </a:lnTo>
                  <a:lnTo>
                    <a:pt x="113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9" name="Google Shape;15079;p45"/>
            <p:cNvSpPr/>
            <p:nvPr/>
          </p:nvSpPr>
          <p:spPr>
            <a:xfrm>
              <a:off x="25907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0" name="Google Shape;15080;p45"/>
            <p:cNvSpPr/>
            <p:nvPr/>
          </p:nvSpPr>
          <p:spPr>
            <a:xfrm>
              <a:off x="2590725" y="1586900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1" name="Google Shape;15081;p45"/>
            <p:cNvSpPr/>
            <p:nvPr/>
          </p:nvSpPr>
          <p:spPr>
            <a:xfrm>
              <a:off x="28940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2" name="Google Shape;15082;p45"/>
            <p:cNvSpPr/>
            <p:nvPr/>
          </p:nvSpPr>
          <p:spPr>
            <a:xfrm>
              <a:off x="2722000" y="1609625"/>
              <a:ext cx="60750" cy="22350"/>
            </a:xfrm>
            <a:custGeom>
              <a:avLst/>
              <a:gdLst/>
              <a:ahLst/>
              <a:cxnLst/>
              <a:rect l="l" t="t" r="r" b="b"/>
              <a:pathLst>
                <a:path w="2430" h="894" extrusionOk="0">
                  <a:moveTo>
                    <a:pt x="0" y="0"/>
                  </a:moveTo>
                  <a:lnTo>
                    <a:pt x="0" y="894"/>
                  </a:lnTo>
                  <a:lnTo>
                    <a:pt x="2430" y="894"/>
                  </a:lnTo>
                  <a:lnTo>
                    <a:pt x="2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3" name="Google Shape;15083;p45"/>
            <p:cNvSpPr/>
            <p:nvPr/>
          </p:nvSpPr>
          <p:spPr>
            <a:xfrm>
              <a:off x="28940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4" name="Google Shape;15084;p45"/>
            <p:cNvSpPr/>
            <p:nvPr/>
          </p:nvSpPr>
          <p:spPr>
            <a:xfrm>
              <a:off x="2611100" y="1407025"/>
              <a:ext cx="282950" cy="224950"/>
            </a:xfrm>
            <a:custGeom>
              <a:avLst/>
              <a:gdLst/>
              <a:ahLst/>
              <a:cxnLst/>
              <a:rect l="l" t="t" r="r" b="b"/>
              <a:pathLst>
                <a:path w="11318" h="8998" extrusionOk="0">
                  <a:moveTo>
                    <a:pt x="800" y="1"/>
                  </a:moveTo>
                  <a:lnTo>
                    <a:pt x="800" y="894"/>
                  </a:lnTo>
                  <a:lnTo>
                    <a:pt x="0" y="894"/>
                  </a:lnTo>
                  <a:lnTo>
                    <a:pt x="0" y="6302"/>
                  </a:lnTo>
                  <a:lnTo>
                    <a:pt x="800" y="6302"/>
                  </a:lnTo>
                  <a:lnTo>
                    <a:pt x="800" y="3606"/>
                  </a:lnTo>
                  <a:lnTo>
                    <a:pt x="5659" y="3606"/>
                  </a:lnTo>
                  <a:lnTo>
                    <a:pt x="5659" y="4499"/>
                  </a:lnTo>
                  <a:lnTo>
                    <a:pt x="8088" y="4499"/>
                  </a:lnTo>
                  <a:lnTo>
                    <a:pt x="8088" y="5408"/>
                  </a:lnTo>
                  <a:lnTo>
                    <a:pt x="9703" y="5408"/>
                  </a:lnTo>
                  <a:lnTo>
                    <a:pt x="9703" y="6302"/>
                  </a:lnTo>
                  <a:lnTo>
                    <a:pt x="10518" y="6302"/>
                  </a:lnTo>
                  <a:lnTo>
                    <a:pt x="10518" y="8998"/>
                  </a:lnTo>
                  <a:lnTo>
                    <a:pt x="11317" y="8998"/>
                  </a:lnTo>
                  <a:lnTo>
                    <a:pt x="11317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5" name="Google Shape;15085;p45"/>
            <p:cNvSpPr/>
            <p:nvPr/>
          </p:nvSpPr>
          <p:spPr>
            <a:xfrm>
              <a:off x="2651450" y="1542225"/>
              <a:ext cx="20025" cy="44700"/>
            </a:xfrm>
            <a:custGeom>
              <a:avLst/>
              <a:gdLst/>
              <a:ahLst/>
              <a:cxnLst/>
              <a:rect l="l" t="t" r="r" b="b"/>
              <a:pathLst>
                <a:path w="801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6" name="Google Shape;15086;p45"/>
            <p:cNvSpPr/>
            <p:nvPr/>
          </p:nvSpPr>
          <p:spPr>
            <a:xfrm>
              <a:off x="283327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7" name="Google Shape;15087;p45"/>
            <p:cNvSpPr/>
            <p:nvPr/>
          </p:nvSpPr>
          <p:spPr>
            <a:xfrm>
              <a:off x="2611100" y="1744425"/>
              <a:ext cx="40375" cy="67800"/>
            </a:xfrm>
            <a:custGeom>
              <a:avLst/>
              <a:gdLst/>
              <a:ahLst/>
              <a:cxnLst/>
              <a:rect l="l" t="t" r="r" b="b"/>
              <a:pathLst>
                <a:path w="1615" h="2712" extrusionOk="0">
                  <a:moveTo>
                    <a:pt x="0" y="0"/>
                  </a:moveTo>
                  <a:lnTo>
                    <a:pt x="0" y="2712"/>
                  </a:lnTo>
                  <a:lnTo>
                    <a:pt x="800" y="2712"/>
                  </a:lnTo>
                  <a:lnTo>
                    <a:pt x="800" y="1803"/>
                  </a:lnTo>
                  <a:lnTo>
                    <a:pt x="1615" y="1803"/>
                  </a:lnTo>
                  <a:lnTo>
                    <a:pt x="1615" y="909"/>
                  </a:lnTo>
                  <a:lnTo>
                    <a:pt x="800" y="909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8" name="Google Shape;15088;p45"/>
            <p:cNvSpPr/>
            <p:nvPr/>
          </p:nvSpPr>
          <p:spPr>
            <a:xfrm>
              <a:off x="2671450" y="1744425"/>
              <a:ext cx="161850" cy="22750"/>
            </a:xfrm>
            <a:custGeom>
              <a:avLst/>
              <a:gdLst/>
              <a:ahLst/>
              <a:cxnLst/>
              <a:rect l="l" t="t" r="r" b="b"/>
              <a:pathLst>
                <a:path w="6474" h="910" extrusionOk="0">
                  <a:moveTo>
                    <a:pt x="0" y="0"/>
                  </a:moveTo>
                  <a:lnTo>
                    <a:pt x="0" y="909"/>
                  </a:lnTo>
                  <a:lnTo>
                    <a:pt x="6474" y="909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9" name="Google Shape;15089;p45"/>
            <p:cNvSpPr/>
            <p:nvPr/>
          </p:nvSpPr>
          <p:spPr>
            <a:xfrm>
              <a:off x="2671450" y="1631950"/>
              <a:ext cx="161850" cy="112500"/>
            </a:xfrm>
            <a:custGeom>
              <a:avLst/>
              <a:gdLst/>
              <a:ahLst/>
              <a:cxnLst/>
              <a:rect l="l" t="t" r="r" b="b"/>
              <a:pathLst>
                <a:path w="6474" h="4500" extrusionOk="0">
                  <a:moveTo>
                    <a:pt x="0" y="1"/>
                  </a:moveTo>
                  <a:lnTo>
                    <a:pt x="0" y="4499"/>
                  </a:lnTo>
                  <a:lnTo>
                    <a:pt x="6474" y="4499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0" name="Google Shape;15090;p45"/>
            <p:cNvSpPr/>
            <p:nvPr/>
          </p:nvSpPr>
          <p:spPr>
            <a:xfrm>
              <a:off x="2651450" y="1654675"/>
              <a:ext cx="202225" cy="22375"/>
            </a:xfrm>
            <a:custGeom>
              <a:avLst/>
              <a:gdLst/>
              <a:ahLst/>
              <a:cxnLst/>
              <a:rect l="l" t="t" r="r" b="b"/>
              <a:pathLst>
                <a:path w="8089" h="895" extrusionOk="0">
                  <a:moveTo>
                    <a:pt x="1" y="1"/>
                  </a:moveTo>
                  <a:lnTo>
                    <a:pt x="1" y="894"/>
                  </a:lnTo>
                  <a:lnTo>
                    <a:pt x="8089" y="894"/>
                  </a:lnTo>
                  <a:lnTo>
                    <a:pt x="80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1" name="Google Shape;15091;p45"/>
            <p:cNvSpPr/>
            <p:nvPr/>
          </p:nvSpPr>
          <p:spPr>
            <a:xfrm>
              <a:off x="2853650" y="1677025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1" y="0"/>
                  </a:moveTo>
                  <a:lnTo>
                    <a:pt x="1" y="3605"/>
                  </a:lnTo>
                  <a:lnTo>
                    <a:pt x="816" y="3605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2" name="Google Shape;15092;p45"/>
            <p:cNvSpPr/>
            <p:nvPr/>
          </p:nvSpPr>
          <p:spPr>
            <a:xfrm>
              <a:off x="2631075" y="1677025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1" y="0"/>
                  </a:moveTo>
                  <a:lnTo>
                    <a:pt x="1" y="3605"/>
                  </a:lnTo>
                  <a:lnTo>
                    <a:pt x="816" y="3605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3" name="Google Shape;15093;p45"/>
            <p:cNvSpPr/>
            <p:nvPr/>
          </p:nvSpPr>
          <p:spPr>
            <a:xfrm>
              <a:off x="2671450" y="1767150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0"/>
                  </a:moveTo>
                  <a:lnTo>
                    <a:pt x="0" y="2696"/>
                  </a:lnTo>
                  <a:lnTo>
                    <a:pt x="815" y="2696"/>
                  </a:lnTo>
                  <a:lnTo>
                    <a:pt x="815" y="894"/>
                  </a:lnTo>
                  <a:lnTo>
                    <a:pt x="5674" y="894"/>
                  </a:lnTo>
                  <a:lnTo>
                    <a:pt x="5674" y="2696"/>
                  </a:lnTo>
                  <a:lnTo>
                    <a:pt x="6474" y="2696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4" name="Google Shape;15094;p45"/>
            <p:cNvSpPr/>
            <p:nvPr/>
          </p:nvSpPr>
          <p:spPr>
            <a:xfrm>
              <a:off x="2671450" y="18345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15" y="894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5" name="Google Shape;15095;p45"/>
            <p:cNvSpPr/>
            <p:nvPr/>
          </p:nvSpPr>
          <p:spPr>
            <a:xfrm>
              <a:off x="2813300" y="1834550"/>
              <a:ext cx="20000" cy="22350"/>
            </a:xfrm>
            <a:custGeom>
              <a:avLst/>
              <a:gdLst/>
              <a:ahLst/>
              <a:cxnLst/>
              <a:rect l="l" t="t" r="r" b="b"/>
              <a:pathLst>
                <a:path w="800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00" y="894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96" name="Google Shape;15096;p45"/>
          <p:cNvSpPr txBox="1"/>
          <p:nvPr/>
        </p:nvSpPr>
        <p:spPr>
          <a:xfrm>
            <a:off x="6924600" y="1691625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00B050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기타 정보</a:t>
            </a:r>
            <a:endParaRPr sz="1600" dirty="0">
              <a:solidFill>
                <a:srgbClr val="00B050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097" name="Google Shape;15097;p45"/>
          <p:cNvSpPr txBox="1"/>
          <p:nvPr/>
        </p:nvSpPr>
        <p:spPr>
          <a:xfrm>
            <a:off x="6924600" y="2078450"/>
            <a:ext cx="1499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92D05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돈</a:t>
            </a:r>
            <a:r>
              <a:rPr lang="en-US" altLang="ko-KR" sz="1200" dirty="0">
                <a:solidFill>
                  <a:srgbClr val="92D05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, </a:t>
            </a:r>
            <a:r>
              <a:rPr lang="ko-KR" altLang="en-US" sz="1200" dirty="0">
                <a:solidFill>
                  <a:srgbClr val="92D05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점수 기록</a:t>
            </a:r>
            <a:endParaRPr sz="1200" dirty="0">
              <a:solidFill>
                <a:srgbClr val="92D05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dvent Pro Medium"/>
              <a:sym typeface="Advent Pro Medium"/>
            </a:endParaRPr>
          </a:p>
        </p:txBody>
      </p:sp>
      <p:sp>
        <p:nvSpPr>
          <p:cNvPr id="15098" name="Google Shape;15098;p45"/>
          <p:cNvSpPr txBox="1"/>
          <p:nvPr/>
        </p:nvSpPr>
        <p:spPr>
          <a:xfrm>
            <a:off x="6924600" y="3220775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FF7F27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버튼 패널</a:t>
            </a:r>
            <a:endParaRPr sz="1600" dirty="0">
              <a:solidFill>
                <a:srgbClr val="FF7F27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099" name="Google Shape;15099;p45"/>
          <p:cNvSpPr txBox="1"/>
          <p:nvPr/>
        </p:nvSpPr>
        <p:spPr>
          <a:xfrm>
            <a:off x="6924600" y="3607600"/>
            <a:ext cx="1499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accent3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사용자와 상호작용 가능한 다양한 버튼</a:t>
            </a:r>
            <a:endParaRPr sz="1200" dirty="0">
              <a:solidFill>
                <a:schemeClr val="accent3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dvent Pro Medium"/>
              <a:sym typeface="Advent Pro Medium"/>
            </a:endParaRPr>
          </a:p>
        </p:txBody>
      </p:sp>
      <p:sp>
        <p:nvSpPr>
          <p:cNvPr id="15100" name="Google Shape;15100;p45"/>
          <p:cNvSpPr txBox="1"/>
          <p:nvPr/>
        </p:nvSpPr>
        <p:spPr>
          <a:xfrm>
            <a:off x="720000" y="1691625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accent5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플레이어 정보</a:t>
            </a:r>
            <a:endParaRPr sz="1600" dirty="0">
              <a:solidFill>
                <a:schemeClr val="accent5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101" name="Google Shape;15101;p45"/>
          <p:cNvSpPr txBox="1"/>
          <p:nvPr/>
        </p:nvSpPr>
        <p:spPr>
          <a:xfrm>
            <a:off x="720000" y="2078450"/>
            <a:ext cx="1499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레벨</a:t>
            </a:r>
            <a:r>
              <a:rPr lang="en-US" altLang="ko-KR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, </a:t>
            </a:r>
            <a:r>
              <a:rPr lang="ko-KR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마나</a:t>
            </a:r>
            <a:r>
              <a:rPr lang="en-US" altLang="ko-KR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, </a:t>
            </a:r>
            <a:r>
              <a:rPr lang="ko-KR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체력</a:t>
            </a:r>
            <a:r>
              <a:rPr lang="en-US" altLang="ko-KR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, </a:t>
            </a:r>
            <a:r>
              <a:rPr lang="ko-KR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경험치 관련 정보</a:t>
            </a:r>
            <a:endParaRPr sz="1200" dirty="0">
              <a:solidFill>
                <a:schemeClr val="accent5">
                  <a:lumMod val="60000"/>
                  <a:lumOff val="4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dvent Pro Medium"/>
              <a:sym typeface="Advent Pro Medium"/>
            </a:endParaRPr>
          </a:p>
        </p:txBody>
      </p:sp>
      <p:sp>
        <p:nvSpPr>
          <p:cNvPr id="15102" name="Google Shape;15102;p45"/>
          <p:cNvSpPr txBox="1"/>
          <p:nvPr/>
        </p:nvSpPr>
        <p:spPr>
          <a:xfrm>
            <a:off x="720000" y="3220775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00B0F0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타일 패널</a:t>
            </a:r>
            <a:endParaRPr sz="1600" dirty="0">
              <a:solidFill>
                <a:srgbClr val="00B0F0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103" name="Google Shape;15103;p45"/>
          <p:cNvSpPr txBox="1"/>
          <p:nvPr/>
        </p:nvSpPr>
        <p:spPr>
          <a:xfrm>
            <a:off x="720000" y="3607600"/>
            <a:ext cx="1499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33CC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다양한 타일들이 생성</a:t>
            </a:r>
            <a:r>
              <a:rPr lang="en-US" altLang="ko-KR" sz="1200" dirty="0">
                <a:solidFill>
                  <a:srgbClr val="33CC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, </a:t>
            </a:r>
            <a:r>
              <a:rPr lang="ko-KR" altLang="en-US" sz="1200" dirty="0">
                <a:solidFill>
                  <a:srgbClr val="33CC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소멸되며 플레이어 주변 타일 클릭 시 플레이어 이동 가능</a:t>
            </a:r>
            <a:endParaRPr sz="1200" dirty="0">
              <a:solidFill>
                <a:srgbClr val="33CC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dvent Pro Medium"/>
              <a:sym typeface="Advent Pro Medium"/>
            </a:endParaRPr>
          </a:p>
        </p:txBody>
      </p:sp>
      <p:pic>
        <p:nvPicPr>
          <p:cNvPr id="3" name="그림 2" descr="게임, 스크린샷, 슬롯 머신, 경기이(가) 표시된 사진&#10;&#10;자동 생성된 설명">
            <a:extLst>
              <a:ext uri="{FF2B5EF4-FFF2-40B4-BE49-F238E27FC236}">
                <a16:creationId xmlns:a16="http://schemas.microsoft.com/office/drawing/2014/main" id="{07071FFB-9CCD-48AE-4CD1-C3C9261D9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918" y="981475"/>
            <a:ext cx="2090812" cy="3717000"/>
          </a:xfrm>
          <a:prstGeom prst="rect">
            <a:avLst/>
          </a:prstGeom>
        </p:spPr>
      </p:pic>
      <p:cxnSp>
        <p:nvCxnSpPr>
          <p:cNvPr id="15104" name="Google Shape;15104;p45"/>
          <p:cNvCxnSpPr>
            <a:cxnSpLocks/>
            <a:stCxn id="15100" idx="3"/>
          </p:cNvCxnSpPr>
          <p:nvPr/>
        </p:nvCxnSpPr>
        <p:spPr>
          <a:xfrm flipV="1">
            <a:off x="2219400" y="1253836"/>
            <a:ext cx="1582571" cy="63128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106" name="Google Shape;15106;p45"/>
          <p:cNvCxnSpPr>
            <a:cxnSpLocks/>
            <a:stCxn id="15096" idx="1"/>
          </p:cNvCxnSpPr>
          <p:nvPr/>
        </p:nvCxnSpPr>
        <p:spPr>
          <a:xfrm rot="10800000">
            <a:off x="5341874" y="1336965"/>
            <a:ext cx="1582727" cy="54816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107" name="Google Shape;15107;p45"/>
          <p:cNvCxnSpPr>
            <a:cxnSpLocks/>
            <a:stCxn id="15098" idx="1"/>
          </p:cNvCxnSpPr>
          <p:nvPr/>
        </p:nvCxnSpPr>
        <p:spPr>
          <a:xfrm rot="10800000" flipV="1">
            <a:off x="5341874" y="3414274"/>
            <a:ext cx="1582727" cy="98454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7F27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105" name="Google Shape;15105;p45"/>
          <p:cNvCxnSpPr>
            <a:cxnSpLocks/>
            <a:stCxn id="15102" idx="3"/>
          </p:cNvCxnSpPr>
          <p:nvPr/>
        </p:nvCxnSpPr>
        <p:spPr>
          <a:xfrm flipV="1">
            <a:off x="2219400" y="2892442"/>
            <a:ext cx="1507473" cy="52183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B0F0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3" name="Google Shape;15096;p45">
            <a:extLst>
              <a:ext uri="{FF2B5EF4-FFF2-40B4-BE49-F238E27FC236}">
                <a16:creationId xmlns:a16="http://schemas.microsoft.com/office/drawing/2014/main" id="{C7162D7F-8EED-0727-3267-5C5996FA321F}"/>
              </a:ext>
            </a:extLst>
          </p:cNvPr>
          <p:cNvSpPr txBox="1"/>
          <p:nvPr/>
        </p:nvSpPr>
        <p:spPr>
          <a:xfrm>
            <a:off x="6919248" y="333339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일시정지 버튼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4" name="Google Shape;15097;p45">
            <a:extLst>
              <a:ext uri="{FF2B5EF4-FFF2-40B4-BE49-F238E27FC236}">
                <a16:creationId xmlns:a16="http://schemas.microsoft.com/office/drawing/2014/main" id="{C096F643-4887-D178-5E6E-C4AD150F7A24}"/>
              </a:ext>
            </a:extLst>
          </p:cNvPr>
          <p:cNvSpPr txBox="1"/>
          <p:nvPr/>
        </p:nvSpPr>
        <p:spPr>
          <a:xfrm>
            <a:off x="6919248" y="720164"/>
            <a:ext cx="1499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게임이 멈추고</a:t>
            </a:r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, </a:t>
            </a:r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dvent Pro Medium"/>
                <a:sym typeface="Advent Pro Medium"/>
              </a:rPr>
              <a:t>정지 패널이 뜸</a:t>
            </a:r>
            <a:endParaRPr sz="1050" dirty="0">
              <a:solidFill>
                <a:schemeClr val="tx1">
                  <a:lumMod val="50000"/>
                  <a:lumOff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dvent Pro Medium"/>
              <a:sym typeface="Advent Pro Medium"/>
            </a:endParaRPr>
          </a:p>
        </p:txBody>
      </p:sp>
      <p:cxnSp>
        <p:nvCxnSpPr>
          <p:cNvPr id="15" name="Google Shape;15106;p45">
            <a:extLst>
              <a:ext uri="{FF2B5EF4-FFF2-40B4-BE49-F238E27FC236}">
                <a16:creationId xmlns:a16="http://schemas.microsoft.com/office/drawing/2014/main" id="{16C98753-BC7C-2A2D-389A-6A54C9C86279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5468472" y="526838"/>
            <a:ext cx="1450777" cy="62341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6" name="Google Shape;1507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플레이어 정보</a:t>
            </a:r>
            <a:endParaRPr sz="32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grpSp>
        <p:nvGrpSpPr>
          <p:cNvPr id="15077" name="Google Shape;15077;p45"/>
          <p:cNvGrpSpPr/>
          <p:nvPr/>
        </p:nvGrpSpPr>
        <p:grpSpPr>
          <a:xfrm>
            <a:off x="3546245" y="1752430"/>
            <a:ext cx="2051513" cy="2851218"/>
            <a:chOff x="2590725" y="1407025"/>
            <a:chExt cx="323700" cy="449875"/>
          </a:xfrm>
        </p:grpSpPr>
        <p:sp>
          <p:nvSpPr>
            <p:cNvPr id="15078" name="Google Shape;15078;p45"/>
            <p:cNvSpPr/>
            <p:nvPr/>
          </p:nvSpPr>
          <p:spPr>
            <a:xfrm>
              <a:off x="2611100" y="1454450"/>
              <a:ext cx="282950" cy="177525"/>
            </a:xfrm>
            <a:custGeom>
              <a:avLst/>
              <a:gdLst/>
              <a:ahLst/>
              <a:cxnLst/>
              <a:rect l="l" t="t" r="r" b="b"/>
              <a:pathLst>
                <a:path w="11318" h="7101" extrusionOk="0">
                  <a:moveTo>
                    <a:pt x="0" y="0"/>
                  </a:moveTo>
                  <a:lnTo>
                    <a:pt x="0" y="7101"/>
                  </a:lnTo>
                  <a:lnTo>
                    <a:pt x="11317" y="7101"/>
                  </a:lnTo>
                  <a:lnTo>
                    <a:pt x="113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9" name="Google Shape;15079;p45"/>
            <p:cNvSpPr/>
            <p:nvPr/>
          </p:nvSpPr>
          <p:spPr>
            <a:xfrm>
              <a:off x="25907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0" name="Google Shape;15080;p45"/>
            <p:cNvSpPr/>
            <p:nvPr/>
          </p:nvSpPr>
          <p:spPr>
            <a:xfrm>
              <a:off x="2590725" y="1586900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1" name="Google Shape;15081;p45"/>
            <p:cNvSpPr/>
            <p:nvPr/>
          </p:nvSpPr>
          <p:spPr>
            <a:xfrm>
              <a:off x="28940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2" name="Google Shape;15082;p45"/>
            <p:cNvSpPr/>
            <p:nvPr/>
          </p:nvSpPr>
          <p:spPr>
            <a:xfrm>
              <a:off x="2722000" y="1609625"/>
              <a:ext cx="60750" cy="22350"/>
            </a:xfrm>
            <a:custGeom>
              <a:avLst/>
              <a:gdLst/>
              <a:ahLst/>
              <a:cxnLst/>
              <a:rect l="l" t="t" r="r" b="b"/>
              <a:pathLst>
                <a:path w="2430" h="894" extrusionOk="0">
                  <a:moveTo>
                    <a:pt x="0" y="0"/>
                  </a:moveTo>
                  <a:lnTo>
                    <a:pt x="0" y="894"/>
                  </a:lnTo>
                  <a:lnTo>
                    <a:pt x="2430" y="894"/>
                  </a:lnTo>
                  <a:lnTo>
                    <a:pt x="2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3" name="Google Shape;15083;p45"/>
            <p:cNvSpPr/>
            <p:nvPr/>
          </p:nvSpPr>
          <p:spPr>
            <a:xfrm>
              <a:off x="28940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4" name="Google Shape;15084;p45"/>
            <p:cNvSpPr/>
            <p:nvPr/>
          </p:nvSpPr>
          <p:spPr>
            <a:xfrm>
              <a:off x="2611100" y="1407025"/>
              <a:ext cx="282950" cy="224950"/>
            </a:xfrm>
            <a:custGeom>
              <a:avLst/>
              <a:gdLst/>
              <a:ahLst/>
              <a:cxnLst/>
              <a:rect l="l" t="t" r="r" b="b"/>
              <a:pathLst>
                <a:path w="11318" h="8998" extrusionOk="0">
                  <a:moveTo>
                    <a:pt x="800" y="1"/>
                  </a:moveTo>
                  <a:lnTo>
                    <a:pt x="800" y="894"/>
                  </a:lnTo>
                  <a:lnTo>
                    <a:pt x="0" y="894"/>
                  </a:lnTo>
                  <a:lnTo>
                    <a:pt x="0" y="6302"/>
                  </a:lnTo>
                  <a:lnTo>
                    <a:pt x="800" y="6302"/>
                  </a:lnTo>
                  <a:lnTo>
                    <a:pt x="800" y="3606"/>
                  </a:lnTo>
                  <a:lnTo>
                    <a:pt x="5659" y="3606"/>
                  </a:lnTo>
                  <a:lnTo>
                    <a:pt x="5659" y="4499"/>
                  </a:lnTo>
                  <a:lnTo>
                    <a:pt x="8088" y="4499"/>
                  </a:lnTo>
                  <a:lnTo>
                    <a:pt x="8088" y="5408"/>
                  </a:lnTo>
                  <a:lnTo>
                    <a:pt x="9703" y="5408"/>
                  </a:lnTo>
                  <a:lnTo>
                    <a:pt x="9703" y="6302"/>
                  </a:lnTo>
                  <a:lnTo>
                    <a:pt x="10518" y="6302"/>
                  </a:lnTo>
                  <a:lnTo>
                    <a:pt x="10518" y="8998"/>
                  </a:lnTo>
                  <a:lnTo>
                    <a:pt x="11317" y="8998"/>
                  </a:lnTo>
                  <a:lnTo>
                    <a:pt x="11317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5" name="Google Shape;15085;p45"/>
            <p:cNvSpPr/>
            <p:nvPr/>
          </p:nvSpPr>
          <p:spPr>
            <a:xfrm>
              <a:off x="2651450" y="1542225"/>
              <a:ext cx="20025" cy="44700"/>
            </a:xfrm>
            <a:custGeom>
              <a:avLst/>
              <a:gdLst/>
              <a:ahLst/>
              <a:cxnLst/>
              <a:rect l="l" t="t" r="r" b="b"/>
              <a:pathLst>
                <a:path w="801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6" name="Google Shape;15086;p45"/>
            <p:cNvSpPr/>
            <p:nvPr/>
          </p:nvSpPr>
          <p:spPr>
            <a:xfrm>
              <a:off x="283327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7" name="Google Shape;15087;p45"/>
            <p:cNvSpPr/>
            <p:nvPr/>
          </p:nvSpPr>
          <p:spPr>
            <a:xfrm>
              <a:off x="2611100" y="1744425"/>
              <a:ext cx="40375" cy="67800"/>
            </a:xfrm>
            <a:custGeom>
              <a:avLst/>
              <a:gdLst/>
              <a:ahLst/>
              <a:cxnLst/>
              <a:rect l="l" t="t" r="r" b="b"/>
              <a:pathLst>
                <a:path w="1615" h="2712" extrusionOk="0">
                  <a:moveTo>
                    <a:pt x="0" y="0"/>
                  </a:moveTo>
                  <a:lnTo>
                    <a:pt x="0" y="2712"/>
                  </a:lnTo>
                  <a:lnTo>
                    <a:pt x="800" y="2712"/>
                  </a:lnTo>
                  <a:lnTo>
                    <a:pt x="800" y="1803"/>
                  </a:lnTo>
                  <a:lnTo>
                    <a:pt x="1615" y="1803"/>
                  </a:lnTo>
                  <a:lnTo>
                    <a:pt x="1615" y="909"/>
                  </a:lnTo>
                  <a:lnTo>
                    <a:pt x="800" y="909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8" name="Google Shape;15088;p45"/>
            <p:cNvSpPr/>
            <p:nvPr/>
          </p:nvSpPr>
          <p:spPr>
            <a:xfrm>
              <a:off x="2671450" y="1744425"/>
              <a:ext cx="161850" cy="22750"/>
            </a:xfrm>
            <a:custGeom>
              <a:avLst/>
              <a:gdLst/>
              <a:ahLst/>
              <a:cxnLst/>
              <a:rect l="l" t="t" r="r" b="b"/>
              <a:pathLst>
                <a:path w="6474" h="910" extrusionOk="0">
                  <a:moveTo>
                    <a:pt x="0" y="0"/>
                  </a:moveTo>
                  <a:lnTo>
                    <a:pt x="0" y="909"/>
                  </a:lnTo>
                  <a:lnTo>
                    <a:pt x="6474" y="909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9" name="Google Shape;15089;p45"/>
            <p:cNvSpPr/>
            <p:nvPr/>
          </p:nvSpPr>
          <p:spPr>
            <a:xfrm>
              <a:off x="2671450" y="1631950"/>
              <a:ext cx="161850" cy="112500"/>
            </a:xfrm>
            <a:custGeom>
              <a:avLst/>
              <a:gdLst/>
              <a:ahLst/>
              <a:cxnLst/>
              <a:rect l="l" t="t" r="r" b="b"/>
              <a:pathLst>
                <a:path w="6474" h="4500" extrusionOk="0">
                  <a:moveTo>
                    <a:pt x="0" y="1"/>
                  </a:moveTo>
                  <a:lnTo>
                    <a:pt x="0" y="4499"/>
                  </a:lnTo>
                  <a:lnTo>
                    <a:pt x="6474" y="4499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0" name="Google Shape;15090;p45"/>
            <p:cNvSpPr/>
            <p:nvPr/>
          </p:nvSpPr>
          <p:spPr>
            <a:xfrm>
              <a:off x="2651450" y="1654675"/>
              <a:ext cx="202225" cy="22375"/>
            </a:xfrm>
            <a:custGeom>
              <a:avLst/>
              <a:gdLst/>
              <a:ahLst/>
              <a:cxnLst/>
              <a:rect l="l" t="t" r="r" b="b"/>
              <a:pathLst>
                <a:path w="8089" h="895" extrusionOk="0">
                  <a:moveTo>
                    <a:pt x="1" y="1"/>
                  </a:moveTo>
                  <a:lnTo>
                    <a:pt x="1" y="894"/>
                  </a:lnTo>
                  <a:lnTo>
                    <a:pt x="8089" y="894"/>
                  </a:lnTo>
                  <a:lnTo>
                    <a:pt x="80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1" name="Google Shape;15091;p45"/>
            <p:cNvSpPr/>
            <p:nvPr/>
          </p:nvSpPr>
          <p:spPr>
            <a:xfrm>
              <a:off x="2853650" y="1677025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1" y="0"/>
                  </a:moveTo>
                  <a:lnTo>
                    <a:pt x="1" y="3605"/>
                  </a:lnTo>
                  <a:lnTo>
                    <a:pt x="816" y="3605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2" name="Google Shape;15092;p45"/>
            <p:cNvSpPr/>
            <p:nvPr/>
          </p:nvSpPr>
          <p:spPr>
            <a:xfrm>
              <a:off x="2631075" y="1677025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1" y="0"/>
                  </a:moveTo>
                  <a:lnTo>
                    <a:pt x="1" y="3605"/>
                  </a:lnTo>
                  <a:lnTo>
                    <a:pt x="816" y="3605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3" name="Google Shape;15093;p45"/>
            <p:cNvSpPr/>
            <p:nvPr/>
          </p:nvSpPr>
          <p:spPr>
            <a:xfrm>
              <a:off x="2671450" y="1767150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0"/>
                  </a:moveTo>
                  <a:lnTo>
                    <a:pt x="0" y="2696"/>
                  </a:lnTo>
                  <a:lnTo>
                    <a:pt x="815" y="2696"/>
                  </a:lnTo>
                  <a:lnTo>
                    <a:pt x="815" y="894"/>
                  </a:lnTo>
                  <a:lnTo>
                    <a:pt x="5674" y="894"/>
                  </a:lnTo>
                  <a:lnTo>
                    <a:pt x="5674" y="2696"/>
                  </a:lnTo>
                  <a:lnTo>
                    <a:pt x="6474" y="2696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4" name="Google Shape;15094;p45"/>
            <p:cNvSpPr/>
            <p:nvPr/>
          </p:nvSpPr>
          <p:spPr>
            <a:xfrm>
              <a:off x="2671450" y="18345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15" y="894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5" name="Google Shape;15095;p45"/>
            <p:cNvSpPr/>
            <p:nvPr/>
          </p:nvSpPr>
          <p:spPr>
            <a:xfrm>
              <a:off x="2813300" y="1834550"/>
              <a:ext cx="20000" cy="22350"/>
            </a:xfrm>
            <a:custGeom>
              <a:avLst/>
              <a:gdLst/>
              <a:ahLst/>
              <a:cxnLst/>
              <a:rect l="l" t="t" r="r" b="b"/>
              <a:pathLst>
                <a:path w="800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00" y="894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96" name="Google Shape;15096;p45"/>
          <p:cNvSpPr txBox="1"/>
          <p:nvPr/>
        </p:nvSpPr>
        <p:spPr>
          <a:xfrm>
            <a:off x="6924600" y="1691625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accent5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체력</a:t>
            </a:r>
            <a:endParaRPr sz="1600" dirty="0">
              <a:solidFill>
                <a:schemeClr val="accent5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098" name="Google Shape;15098;p45"/>
          <p:cNvSpPr txBox="1"/>
          <p:nvPr/>
        </p:nvSpPr>
        <p:spPr>
          <a:xfrm>
            <a:off x="6924600" y="2565015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00B050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경험치</a:t>
            </a:r>
            <a:endParaRPr sz="1600" dirty="0">
              <a:solidFill>
                <a:srgbClr val="00B050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100" name="Google Shape;15100;p45"/>
          <p:cNvSpPr txBox="1"/>
          <p:nvPr/>
        </p:nvSpPr>
        <p:spPr>
          <a:xfrm>
            <a:off x="720000" y="1691625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B83DBA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레벨</a:t>
            </a:r>
            <a:endParaRPr sz="1600" dirty="0">
              <a:solidFill>
                <a:srgbClr val="B83DBA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102" name="Google Shape;15102;p45"/>
          <p:cNvSpPr txBox="1"/>
          <p:nvPr/>
        </p:nvSpPr>
        <p:spPr>
          <a:xfrm>
            <a:off x="720000" y="2410616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00B0F0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마나</a:t>
            </a:r>
            <a:endParaRPr sz="1600" dirty="0">
              <a:solidFill>
                <a:srgbClr val="00B0F0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071FFB-9CCD-48AE-4CD1-C3C9261D99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23918" y="981476"/>
            <a:ext cx="2090812" cy="3716998"/>
          </a:xfrm>
          <a:prstGeom prst="rect">
            <a:avLst/>
          </a:prstGeom>
        </p:spPr>
      </p:pic>
      <p:cxnSp>
        <p:nvCxnSpPr>
          <p:cNvPr id="15104" name="Google Shape;15104;p45"/>
          <p:cNvCxnSpPr>
            <a:cxnSpLocks/>
            <a:stCxn id="15100" idx="3"/>
          </p:cNvCxnSpPr>
          <p:nvPr/>
        </p:nvCxnSpPr>
        <p:spPr>
          <a:xfrm flipV="1">
            <a:off x="2219400" y="1253836"/>
            <a:ext cx="1582571" cy="63128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B83DBA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106" name="Google Shape;15106;p45"/>
          <p:cNvCxnSpPr>
            <a:cxnSpLocks/>
            <a:stCxn id="15096" idx="1"/>
          </p:cNvCxnSpPr>
          <p:nvPr/>
        </p:nvCxnSpPr>
        <p:spPr>
          <a:xfrm rot="10800000">
            <a:off x="4763242" y="1136545"/>
            <a:ext cx="2161359" cy="74858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107" name="Google Shape;15107;p45"/>
          <p:cNvCxnSpPr>
            <a:cxnSpLocks/>
            <a:stCxn id="15098" idx="1"/>
          </p:cNvCxnSpPr>
          <p:nvPr/>
        </p:nvCxnSpPr>
        <p:spPr>
          <a:xfrm rot="10800000">
            <a:off x="4636806" y="1265303"/>
            <a:ext cx="2287795" cy="149321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105" name="Google Shape;15105;p45"/>
          <p:cNvCxnSpPr>
            <a:cxnSpLocks/>
            <a:stCxn id="15102" idx="3"/>
          </p:cNvCxnSpPr>
          <p:nvPr/>
        </p:nvCxnSpPr>
        <p:spPr>
          <a:xfrm flipV="1">
            <a:off x="2219400" y="1372086"/>
            <a:ext cx="1939198" cy="123203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B0F0"/>
            </a:solidFill>
            <a:prstDash val="solid"/>
            <a:round/>
            <a:headEnd type="none" w="med" len="med"/>
            <a:tailEnd type="diamond" w="med" len="med"/>
          </a:ln>
        </p:spPr>
      </p:cxnSp>
    </p:spTree>
    <p:extLst>
      <p:ext uri="{BB962C8B-B14F-4D97-AF65-F5344CB8AC3E}">
        <p14:creationId xmlns:p14="http://schemas.microsoft.com/office/powerpoint/2010/main" val="520289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6" name="Google Shape;1507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버튼 패널</a:t>
            </a:r>
            <a:endParaRPr sz="32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grpSp>
        <p:nvGrpSpPr>
          <p:cNvPr id="15077" name="Google Shape;15077;p45"/>
          <p:cNvGrpSpPr/>
          <p:nvPr/>
        </p:nvGrpSpPr>
        <p:grpSpPr>
          <a:xfrm>
            <a:off x="3546245" y="1752430"/>
            <a:ext cx="2051513" cy="2851218"/>
            <a:chOff x="2590725" y="1407025"/>
            <a:chExt cx="323700" cy="449875"/>
          </a:xfrm>
        </p:grpSpPr>
        <p:sp>
          <p:nvSpPr>
            <p:cNvPr id="15078" name="Google Shape;15078;p45"/>
            <p:cNvSpPr/>
            <p:nvPr/>
          </p:nvSpPr>
          <p:spPr>
            <a:xfrm>
              <a:off x="2611100" y="1454450"/>
              <a:ext cx="282950" cy="177525"/>
            </a:xfrm>
            <a:custGeom>
              <a:avLst/>
              <a:gdLst/>
              <a:ahLst/>
              <a:cxnLst/>
              <a:rect l="l" t="t" r="r" b="b"/>
              <a:pathLst>
                <a:path w="11318" h="7101" extrusionOk="0">
                  <a:moveTo>
                    <a:pt x="0" y="0"/>
                  </a:moveTo>
                  <a:lnTo>
                    <a:pt x="0" y="7101"/>
                  </a:lnTo>
                  <a:lnTo>
                    <a:pt x="11317" y="7101"/>
                  </a:lnTo>
                  <a:lnTo>
                    <a:pt x="113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9" name="Google Shape;15079;p45"/>
            <p:cNvSpPr/>
            <p:nvPr/>
          </p:nvSpPr>
          <p:spPr>
            <a:xfrm>
              <a:off x="25907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0" name="Google Shape;15080;p45"/>
            <p:cNvSpPr/>
            <p:nvPr/>
          </p:nvSpPr>
          <p:spPr>
            <a:xfrm>
              <a:off x="2590725" y="1586900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1" name="Google Shape;15081;p45"/>
            <p:cNvSpPr/>
            <p:nvPr/>
          </p:nvSpPr>
          <p:spPr>
            <a:xfrm>
              <a:off x="28940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2" name="Google Shape;15082;p45"/>
            <p:cNvSpPr/>
            <p:nvPr/>
          </p:nvSpPr>
          <p:spPr>
            <a:xfrm>
              <a:off x="2722000" y="1609625"/>
              <a:ext cx="60750" cy="22350"/>
            </a:xfrm>
            <a:custGeom>
              <a:avLst/>
              <a:gdLst/>
              <a:ahLst/>
              <a:cxnLst/>
              <a:rect l="l" t="t" r="r" b="b"/>
              <a:pathLst>
                <a:path w="2430" h="894" extrusionOk="0">
                  <a:moveTo>
                    <a:pt x="0" y="0"/>
                  </a:moveTo>
                  <a:lnTo>
                    <a:pt x="0" y="894"/>
                  </a:lnTo>
                  <a:lnTo>
                    <a:pt x="2430" y="894"/>
                  </a:lnTo>
                  <a:lnTo>
                    <a:pt x="2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3" name="Google Shape;15083;p45"/>
            <p:cNvSpPr/>
            <p:nvPr/>
          </p:nvSpPr>
          <p:spPr>
            <a:xfrm>
              <a:off x="28940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4" name="Google Shape;15084;p45"/>
            <p:cNvSpPr/>
            <p:nvPr/>
          </p:nvSpPr>
          <p:spPr>
            <a:xfrm>
              <a:off x="2611100" y="1407025"/>
              <a:ext cx="282950" cy="224950"/>
            </a:xfrm>
            <a:custGeom>
              <a:avLst/>
              <a:gdLst/>
              <a:ahLst/>
              <a:cxnLst/>
              <a:rect l="l" t="t" r="r" b="b"/>
              <a:pathLst>
                <a:path w="11318" h="8998" extrusionOk="0">
                  <a:moveTo>
                    <a:pt x="800" y="1"/>
                  </a:moveTo>
                  <a:lnTo>
                    <a:pt x="800" y="894"/>
                  </a:lnTo>
                  <a:lnTo>
                    <a:pt x="0" y="894"/>
                  </a:lnTo>
                  <a:lnTo>
                    <a:pt x="0" y="6302"/>
                  </a:lnTo>
                  <a:lnTo>
                    <a:pt x="800" y="6302"/>
                  </a:lnTo>
                  <a:lnTo>
                    <a:pt x="800" y="3606"/>
                  </a:lnTo>
                  <a:lnTo>
                    <a:pt x="5659" y="3606"/>
                  </a:lnTo>
                  <a:lnTo>
                    <a:pt x="5659" y="4499"/>
                  </a:lnTo>
                  <a:lnTo>
                    <a:pt x="8088" y="4499"/>
                  </a:lnTo>
                  <a:lnTo>
                    <a:pt x="8088" y="5408"/>
                  </a:lnTo>
                  <a:lnTo>
                    <a:pt x="9703" y="5408"/>
                  </a:lnTo>
                  <a:lnTo>
                    <a:pt x="9703" y="6302"/>
                  </a:lnTo>
                  <a:lnTo>
                    <a:pt x="10518" y="6302"/>
                  </a:lnTo>
                  <a:lnTo>
                    <a:pt x="10518" y="8998"/>
                  </a:lnTo>
                  <a:lnTo>
                    <a:pt x="11317" y="8998"/>
                  </a:lnTo>
                  <a:lnTo>
                    <a:pt x="11317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5" name="Google Shape;15085;p45"/>
            <p:cNvSpPr/>
            <p:nvPr/>
          </p:nvSpPr>
          <p:spPr>
            <a:xfrm>
              <a:off x="2651450" y="1542225"/>
              <a:ext cx="20025" cy="44700"/>
            </a:xfrm>
            <a:custGeom>
              <a:avLst/>
              <a:gdLst/>
              <a:ahLst/>
              <a:cxnLst/>
              <a:rect l="l" t="t" r="r" b="b"/>
              <a:pathLst>
                <a:path w="801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6" name="Google Shape;15086;p45"/>
            <p:cNvSpPr/>
            <p:nvPr/>
          </p:nvSpPr>
          <p:spPr>
            <a:xfrm>
              <a:off x="283327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7" name="Google Shape;15087;p45"/>
            <p:cNvSpPr/>
            <p:nvPr/>
          </p:nvSpPr>
          <p:spPr>
            <a:xfrm>
              <a:off x="2611100" y="1744425"/>
              <a:ext cx="40375" cy="67800"/>
            </a:xfrm>
            <a:custGeom>
              <a:avLst/>
              <a:gdLst/>
              <a:ahLst/>
              <a:cxnLst/>
              <a:rect l="l" t="t" r="r" b="b"/>
              <a:pathLst>
                <a:path w="1615" h="2712" extrusionOk="0">
                  <a:moveTo>
                    <a:pt x="0" y="0"/>
                  </a:moveTo>
                  <a:lnTo>
                    <a:pt x="0" y="2712"/>
                  </a:lnTo>
                  <a:lnTo>
                    <a:pt x="800" y="2712"/>
                  </a:lnTo>
                  <a:lnTo>
                    <a:pt x="800" y="1803"/>
                  </a:lnTo>
                  <a:lnTo>
                    <a:pt x="1615" y="1803"/>
                  </a:lnTo>
                  <a:lnTo>
                    <a:pt x="1615" y="909"/>
                  </a:lnTo>
                  <a:lnTo>
                    <a:pt x="800" y="909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8" name="Google Shape;15088;p45"/>
            <p:cNvSpPr/>
            <p:nvPr/>
          </p:nvSpPr>
          <p:spPr>
            <a:xfrm>
              <a:off x="2671450" y="1744425"/>
              <a:ext cx="161850" cy="22750"/>
            </a:xfrm>
            <a:custGeom>
              <a:avLst/>
              <a:gdLst/>
              <a:ahLst/>
              <a:cxnLst/>
              <a:rect l="l" t="t" r="r" b="b"/>
              <a:pathLst>
                <a:path w="6474" h="910" extrusionOk="0">
                  <a:moveTo>
                    <a:pt x="0" y="0"/>
                  </a:moveTo>
                  <a:lnTo>
                    <a:pt x="0" y="909"/>
                  </a:lnTo>
                  <a:lnTo>
                    <a:pt x="6474" y="909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9" name="Google Shape;15089;p45"/>
            <p:cNvSpPr/>
            <p:nvPr/>
          </p:nvSpPr>
          <p:spPr>
            <a:xfrm>
              <a:off x="2671450" y="1631950"/>
              <a:ext cx="161850" cy="112500"/>
            </a:xfrm>
            <a:custGeom>
              <a:avLst/>
              <a:gdLst/>
              <a:ahLst/>
              <a:cxnLst/>
              <a:rect l="l" t="t" r="r" b="b"/>
              <a:pathLst>
                <a:path w="6474" h="4500" extrusionOk="0">
                  <a:moveTo>
                    <a:pt x="0" y="1"/>
                  </a:moveTo>
                  <a:lnTo>
                    <a:pt x="0" y="4499"/>
                  </a:lnTo>
                  <a:lnTo>
                    <a:pt x="6474" y="4499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0" name="Google Shape;15090;p45"/>
            <p:cNvSpPr/>
            <p:nvPr/>
          </p:nvSpPr>
          <p:spPr>
            <a:xfrm>
              <a:off x="2651450" y="1654675"/>
              <a:ext cx="202225" cy="22375"/>
            </a:xfrm>
            <a:custGeom>
              <a:avLst/>
              <a:gdLst/>
              <a:ahLst/>
              <a:cxnLst/>
              <a:rect l="l" t="t" r="r" b="b"/>
              <a:pathLst>
                <a:path w="8089" h="895" extrusionOk="0">
                  <a:moveTo>
                    <a:pt x="1" y="1"/>
                  </a:moveTo>
                  <a:lnTo>
                    <a:pt x="1" y="894"/>
                  </a:lnTo>
                  <a:lnTo>
                    <a:pt x="8089" y="894"/>
                  </a:lnTo>
                  <a:lnTo>
                    <a:pt x="80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1" name="Google Shape;15091;p45"/>
            <p:cNvSpPr/>
            <p:nvPr/>
          </p:nvSpPr>
          <p:spPr>
            <a:xfrm>
              <a:off x="2853650" y="1677025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1" y="0"/>
                  </a:moveTo>
                  <a:lnTo>
                    <a:pt x="1" y="3605"/>
                  </a:lnTo>
                  <a:lnTo>
                    <a:pt x="816" y="3605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2" name="Google Shape;15092;p45"/>
            <p:cNvSpPr/>
            <p:nvPr/>
          </p:nvSpPr>
          <p:spPr>
            <a:xfrm>
              <a:off x="2631075" y="1677025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1" y="0"/>
                  </a:moveTo>
                  <a:lnTo>
                    <a:pt x="1" y="3605"/>
                  </a:lnTo>
                  <a:lnTo>
                    <a:pt x="816" y="3605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3" name="Google Shape;15093;p45"/>
            <p:cNvSpPr/>
            <p:nvPr/>
          </p:nvSpPr>
          <p:spPr>
            <a:xfrm>
              <a:off x="2671450" y="1767150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0"/>
                  </a:moveTo>
                  <a:lnTo>
                    <a:pt x="0" y="2696"/>
                  </a:lnTo>
                  <a:lnTo>
                    <a:pt x="815" y="2696"/>
                  </a:lnTo>
                  <a:lnTo>
                    <a:pt x="815" y="894"/>
                  </a:lnTo>
                  <a:lnTo>
                    <a:pt x="5674" y="894"/>
                  </a:lnTo>
                  <a:lnTo>
                    <a:pt x="5674" y="2696"/>
                  </a:lnTo>
                  <a:lnTo>
                    <a:pt x="6474" y="2696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4" name="Google Shape;15094;p45"/>
            <p:cNvSpPr/>
            <p:nvPr/>
          </p:nvSpPr>
          <p:spPr>
            <a:xfrm>
              <a:off x="2671450" y="18345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15" y="894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5" name="Google Shape;15095;p45"/>
            <p:cNvSpPr/>
            <p:nvPr/>
          </p:nvSpPr>
          <p:spPr>
            <a:xfrm>
              <a:off x="2813300" y="1834550"/>
              <a:ext cx="20000" cy="22350"/>
            </a:xfrm>
            <a:custGeom>
              <a:avLst/>
              <a:gdLst/>
              <a:ahLst/>
              <a:cxnLst/>
              <a:rect l="l" t="t" r="r" b="b"/>
              <a:pathLst>
                <a:path w="800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00" y="894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96" name="Google Shape;15096;p45"/>
          <p:cNvSpPr txBox="1"/>
          <p:nvPr/>
        </p:nvSpPr>
        <p:spPr>
          <a:xfrm>
            <a:off x="6924600" y="3201676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FF7F27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무기 슬롯</a:t>
            </a:r>
            <a:endParaRPr sz="1600" dirty="0">
              <a:solidFill>
                <a:srgbClr val="FF7F27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098" name="Google Shape;15098;p45"/>
          <p:cNvSpPr txBox="1"/>
          <p:nvPr/>
        </p:nvSpPr>
        <p:spPr>
          <a:xfrm>
            <a:off x="6924599" y="2619830"/>
            <a:ext cx="1765397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B83DBA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유물 보관함 버튼</a:t>
            </a:r>
            <a:endParaRPr sz="1600" dirty="0">
              <a:solidFill>
                <a:srgbClr val="B83DBA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100" name="Google Shape;15100;p45"/>
          <p:cNvSpPr txBox="1"/>
          <p:nvPr/>
        </p:nvSpPr>
        <p:spPr>
          <a:xfrm>
            <a:off x="720000" y="2845336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00B0F0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패시브 스킬</a:t>
            </a:r>
            <a:endParaRPr sz="1600" dirty="0">
              <a:solidFill>
                <a:srgbClr val="00B0F0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sp>
        <p:nvSpPr>
          <p:cNvPr id="15102" name="Google Shape;15102;p45"/>
          <p:cNvSpPr txBox="1"/>
          <p:nvPr/>
        </p:nvSpPr>
        <p:spPr>
          <a:xfrm>
            <a:off x="720000" y="3377268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 err="1">
                <a:solidFill>
                  <a:srgbClr val="00B050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스탯</a:t>
            </a:r>
            <a:r>
              <a:rPr lang="ko-KR" altLang="en-US" sz="1600" dirty="0">
                <a:solidFill>
                  <a:srgbClr val="00B050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 버튼</a:t>
            </a:r>
            <a:endParaRPr sz="1600" dirty="0">
              <a:solidFill>
                <a:srgbClr val="00B050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071FFB-9CCD-48AE-4CD1-C3C9261D99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23918" y="981476"/>
            <a:ext cx="2090811" cy="3716998"/>
          </a:xfrm>
          <a:prstGeom prst="rect">
            <a:avLst/>
          </a:prstGeom>
        </p:spPr>
      </p:pic>
      <p:cxnSp>
        <p:nvCxnSpPr>
          <p:cNvPr id="15104" name="Google Shape;15104;p45"/>
          <p:cNvCxnSpPr>
            <a:cxnSpLocks/>
            <a:stCxn id="15100" idx="3"/>
          </p:cNvCxnSpPr>
          <p:nvPr/>
        </p:nvCxnSpPr>
        <p:spPr>
          <a:xfrm>
            <a:off x="2219400" y="3038836"/>
            <a:ext cx="1947856" cy="1423162"/>
          </a:xfrm>
          <a:prstGeom prst="bentConnector3">
            <a:avLst>
              <a:gd name="adj1" fmla="val 58535"/>
            </a:avLst>
          </a:prstGeom>
          <a:noFill/>
          <a:ln w="19050" cap="flat" cmpd="sng">
            <a:solidFill>
              <a:srgbClr val="00B0F0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106" name="Google Shape;15106;p45"/>
          <p:cNvCxnSpPr>
            <a:cxnSpLocks/>
            <a:stCxn id="15096" idx="1"/>
          </p:cNvCxnSpPr>
          <p:nvPr/>
        </p:nvCxnSpPr>
        <p:spPr>
          <a:xfrm rot="10800000" flipV="1">
            <a:off x="5529640" y="3395176"/>
            <a:ext cx="1394960" cy="117626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7F27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107" name="Google Shape;15107;p45"/>
          <p:cNvCxnSpPr>
            <a:cxnSpLocks/>
            <a:stCxn id="15098" idx="1"/>
          </p:cNvCxnSpPr>
          <p:nvPr/>
        </p:nvCxnSpPr>
        <p:spPr>
          <a:xfrm rot="10800000" flipV="1">
            <a:off x="4956861" y="2813330"/>
            <a:ext cx="1967739" cy="161408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B83DBA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105" name="Google Shape;15105;p45"/>
          <p:cNvCxnSpPr>
            <a:cxnSpLocks/>
            <a:stCxn id="15102" idx="3"/>
          </p:cNvCxnSpPr>
          <p:nvPr/>
        </p:nvCxnSpPr>
        <p:spPr>
          <a:xfrm>
            <a:off x="2219400" y="3570768"/>
            <a:ext cx="2284973" cy="987669"/>
          </a:xfrm>
          <a:prstGeom prst="bentConnector3">
            <a:avLst>
              <a:gd name="adj1" fmla="val 41208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7" name="Google Shape;15100;p45">
            <a:extLst>
              <a:ext uri="{FF2B5EF4-FFF2-40B4-BE49-F238E27FC236}">
                <a16:creationId xmlns:a16="http://schemas.microsoft.com/office/drawing/2014/main" id="{A6576686-D664-574B-7992-6FDD00333EA1}"/>
              </a:ext>
            </a:extLst>
          </p:cNvPr>
          <p:cNvSpPr txBox="1"/>
          <p:nvPr/>
        </p:nvSpPr>
        <p:spPr>
          <a:xfrm>
            <a:off x="720000" y="2360159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FF0000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액티브 스킬</a:t>
            </a:r>
            <a:endParaRPr sz="1600" dirty="0">
              <a:solidFill>
                <a:srgbClr val="FF0000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cxnSp>
        <p:nvCxnSpPr>
          <p:cNvPr id="8" name="Google Shape;15104;p45">
            <a:extLst>
              <a:ext uri="{FF2B5EF4-FFF2-40B4-BE49-F238E27FC236}">
                <a16:creationId xmlns:a16="http://schemas.microsoft.com/office/drawing/2014/main" id="{072599CA-3A93-8138-2302-8554410384D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219400" y="2553659"/>
            <a:ext cx="1650690" cy="1766848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1" name="Google Shape;15098;p45">
            <a:extLst>
              <a:ext uri="{FF2B5EF4-FFF2-40B4-BE49-F238E27FC236}">
                <a16:creationId xmlns:a16="http://schemas.microsoft.com/office/drawing/2014/main" id="{EE6B042E-71AD-F448-0A61-FFB1586E1DD9}"/>
              </a:ext>
            </a:extLst>
          </p:cNvPr>
          <p:cNvSpPr txBox="1"/>
          <p:nvPr/>
        </p:nvSpPr>
        <p:spPr>
          <a:xfrm>
            <a:off x="6703405" y="2070830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무기판매 버튼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cxnSp>
        <p:nvCxnSpPr>
          <p:cNvPr id="22" name="Google Shape;15107;p45">
            <a:extLst>
              <a:ext uri="{FF2B5EF4-FFF2-40B4-BE49-F238E27FC236}">
                <a16:creationId xmlns:a16="http://schemas.microsoft.com/office/drawing/2014/main" id="{DC42CC94-31ED-7BE9-E0CC-1688F5A7061F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 flipV="1">
            <a:off x="5023321" y="2264329"/>
            <a:ext cx="1680085" cy="1843847"/>
          </a:xfrm>
          <a:prstGeom prst="bentConnector2">
            <a:avLst/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diamond" w="med" len="med"/>
          </a:ln>
        </p:spPr>
      </p:cxnSp>
    </p:spTree>
    <p:extLst>
      <p:ext uri="{BB962C8B-B14F-4D97-AF65-F5344CB8AC3E}">
        <p14:creationId xmlns:p14="http://schemas.microsoft.com/office/powerpoint/2010/main" val="120808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0" name="Google Shape;14680;p39"/>
          <p:cNvSpPr txBox="1">
            <a:spLocks noGrp="1"/>
          </p:cNvSpPr>
          <p:nvPr>
            <p:ph type="title"/>
          </p:nvPr>
        </p:nvSpPr>
        <p:spPr>
          <a:xfrm>
            <a:off x="7200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설명</a:t>
            </a:r>
            <a:r>
              <a:rPr lang="en-US" altLang="ko-KR" sz="4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lang="ko-KR" altLang="en-US" sz="40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681" name="Google Shape;14681;p39"/>
          <p:cNvSpPr txBox="1">
            <a:spLocks noGrp="1"/>
          </p:cNvSpPr>
          <p:nvPr>
            <p:ph type="subTitle" idx="1"/>
          </p:nvPr>
        </p:nvSpPr>
        <p:spPr>
          <a:xfrm>
            <a:off x="720000" y="3500100"/>
            <a:ext cx="48918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시스템 요약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용어 정리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&amp;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설명</a:t>
            </a:r>
          </a:p>
        </p:txBody>
      </p:sp>
      <p:grpSp>
        <p:nvGrpSpPr>
          <p:cNvPr id="14682" name="Google Shape;14682;p39"/>
          <p:cNvGrpSpPr/>
          <p:nvPr/>
        </p:nvGrpSpPr>
        <p:grpSpPr>
          <a:xfrm>
            <a:off x="719998" y="862632"/>
            <a:ext cx="1542298" cy="1547985"/>
            <a:chOff x="720000" y="1540425"/>
            <a:chExt cx="833900" cy="836975"/>
          </a:xfrm>
        </p:grpSpPr>
        <p:sp>
          <p:nvSpPr>
            <p:cNvPr id="14683" name="Google Shape;14683;p39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62968"/>
                <a:gd name="adj2" fmla="val 21351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84" name="Google Shape;14684;p39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4685" name="Google Shape;14685;p39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6" name="Google Shape;14686;p39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7" name="Google Shape;14687;p39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8" name="Google Shape;14688;p39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689" name="Google Shape;14689;p39"/>
          <p:cNvSpPr txBox="1">
            <a:spLocks noGrp="1"/>
          </p:cNvSpPr>
          <p:nvPr>
            <p:ph type="title" idx="2"/>
          </p:nvPr>
        </p:nvSpPr>
        <p:spPr>
          <a:xfrm>
            <a:off x="790450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8" name="Google Shape;14448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시스템 요약</a:t>
            </a:r>
            <a:endParaRPr sz="32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449" name="Google Shape;14449;p37"/>
          <p:cNvSpPr txBox="1">
            <a:spLocks noGrp="1"/>
          </p:cNvSpPr>
          <p:nvPr>
            <p:ph type="subTitle" idx="1"/>
          </p:nvPr>
        </p:nvSpPr>
        <p:spPr>
          <a:xfrm>
            <a:off x="1354413" y="2532225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택틱스</a:t>
            </a:r>
            <a:r>
              <a:rPr lang="ko-KR" altLang="en-US" sz="18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카드 게임</a:t>
            </a:r>
            <a:endParaRPr sz="18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450" name="Google Shape;14450;p37"/>
          <p:cNvSpPr txBox="1">
            <a:spLocks noGrp="1"/>
          </p:cNvSpPr>
          <p:nvPr>
            <p:ph type="subTitle" idx="2"/>
          </p:nvPr>
        </p:nvSpPr>
        <p:spPr>
          <a:xfrm>
            <a:off x="1354413" y="3002025"/>
            <a:ext cx="2518500" cy="104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전략적인 플레이로 캐릭터를 이동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적을 공격하며 스테이지를 클리어함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3"/>
              </a:rPr>
              <a:t>여기를 클릭하세요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3"/>
              </a:rPr>
              <a:t>!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451" name="Google Shape;14451;p37"/>
          <p:cNvSpPr txBox="1">
            <a:spLocks noGrp="1"/>
          </p:cNvSpPr>
          <p:nvPr>
            <p:ph type="subTitle" idx="3"/>
          </p:nvPr>
        </p:nvSpPr>
        <p:spPr>
          <a:xfrm>
            <a:off x="5271088" y="2532225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로그라이크</a:t>
            </a:r>
            <a:endParaRPr sz="18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452" name="Google Shape;14452;p37"/>
          <p:cNvSpPr txBox="1">
            <a:spLocks noGrp="1"/>
          </p:cNvSpPr>
          <p:nvPr>
            <p:ph type="subTitle" idx="4"/>
          </p:nvPr>
        </p:nvSpPr>
        <p:spPr>
          <a:xfrm>
            <a:off x="5271088" y="3002025"/>
            <a:ext cx="2518500" cy="104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다양한 랜덤 이벤트와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유물을 통해 매번 새로운 스테이지와 새로운 경험을 제공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4"/>
              </a:rPr>
              <a:t>여기를 클릭하세요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4"/>
              </a:rPr>
              <a:t>!</a:t>
            </a:r>
            <a:endParaRPr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14453" name="Google Shape;14453;p37"/>
          <p:cNvGrpSpPr/>
          <p:nvPr/>
        </p:nvGrpSpPr>
        <p:grpSpPr>
          <a:xfrm>
            <a:off x="2196725" y="1410100"/>
            <a:ext cx="833900" cy="836975"/>
            <a:chOff x="720000" y="1540425"/>
            <a:chExt cx="833900" cy="836975"/>
          </a:xfrm>
        </p:grpSpPr>
        <p:sp>
          <p:nvSpPr>
            <p:cNvPr id="14454" name="Google Shape;14454;p37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67329"/>
                <a:gd name="adj2" fmla="val 2004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55" name="Google Shape;14455;p37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4456" name="Google Shape;14456;p37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7" name="Google Shape;14457;p37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8" name="Google Shape;14458;p37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9" name="Google Shape;14459;p37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460" name="Google Shape;14460;p37"/>
          <p:cNvGrpSpPr/>
          <p:nvPr/>
        </p:nvGrpSpPr>
        <p:grpSpPr>
          <a:xfrm>
            <a:off x="6113400" y="1410100"/>
            <a:ext cx="833900" cy="836975"/>
            <a:chOff x="720000" y="1540425"/>
            <a:chExt cx="833900" cy="836975"/>
          </a:xfrm>
        </p:grpSpPr>
        <p:sp>
          <p:nvSpPr>
            <p:cNvPr id="14461" name="Google Shape;14461;p37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67329"/>
                <a:gd name="adj2" fmla="val 2004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62" name="Google Shape;14462;p37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4463" name="Google Shape;14463;p37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4" name="Google Shape;14464;p37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5" name="Google Shape;14465;p37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6" name="Google Shape;14466;p37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467" name="Google Shape;14467;p37"/>
          <p:cNvGrpSpPr/>
          <p:nvPr/>
        </p:nvGrpSpPr>
        <p:grpSpPr>
          <a:xfrm rot="5400000">
            <a:off x="6205178" y="1665969"/>
            <a:ext cx="650345" cy="325198"/>
            <a:chOff x="4190675" y="2363550"/>
            <a:chExt cx="324475" cy="162250"/>
          </a:xfrm>
        </p:grpSpPr>
        <p:sp>
          <p:nvSpPr>
            <p:cNvPr id="14468" name="Google Shape;14468;p37"/>
            <p:cNvSpPr/>
            <p:nvPr/>
          </p:nvSpPr>
          <p:spPr>
            <a:xfrm>
              <a:off x="4325875" y="241762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9" name="Google Shape;14469;p37"/>
            <p:cNvSpPr/>
            <p:nvPr/>
          </p:nvSpPr>
          <p:spPr>
            <a:xfrm>
              <a:off x="4352900" y="241762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0" name="Google Shape;14470;p37"/>
            <p:cNvSpPr/>
            <p:nvPr/>
          </p:nvSpPr>
          <p:spPr>
            <a:xfrm>
              <a:off x="4379950" y="241762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1" name="Google Shape;14471;p37"/>
            <p:cNvSpPr/>
            <p:nvPr/>
          </p:nvSpPr>
          <p:spPr>
            <a:xfrm>
              <a:off x="4406975" y="241762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2" name="Google Shape;14472;p37"/>
            <p:cNvSpPr/>
            <p:nvPr/>
          </p:nvSpPr>
          <p:spPr>
            <a:xfrm>
              <a:off x="4434025" y="241762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3" name="Google Shape;14473;p37"/>
            <p:cNvSpPr/>
            <p:nvPr/>
          </p:nvSpPr>
          <p:spPr>
            <a:xfrm>
              <a:off x="4461050" y="241762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4" name="Google Shape;14474;p37"/>
            <p:cNvSpPr/>
            <p:nvPr/>
          </p:nvSpPr>
          <p:spPr>
            <a:xfrm>
              <a:off x="4488100" y="241762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5" name="Google Shape;14475;p37"/>
            <p:cNvSpPr/>
            <p:nvPr/>
          </p:nvSpPr>
          <p:spPr>
            <a:xfrm>
              <a:off x="4325875" y="2444675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6" name="Google Shape;14476;p37"/>
            <p:cNvSpPr/>
            <p:nvPr/>
          </p:nvSpPr>
          <p:spPr>
            <a:xfrm>
              <a:off x="4352900" y="2444675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7" name="Google Shape;14477;p37"/>
            <p:cNvSpPr/>
            <p:nvPr/>
          </p:nvSpPr>
          <p:spPr>
            <a:xfrm>
              <a:off x="4379950" y="2444675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8" name="Google Shape;14478;p37"/>
            <p:cNvSpPr/>
            <p:nvPr/>
          </p:nvSpPr>
          <p:spPr>
            <a:xfrm>
              <a:off x="4406975" y="2444675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9" name="Google Shape;14479;p37"/>
            <p:cNvSpPr/>
            <p:nvPr/>
          </p:nvSpPr>
          <p:spPr>
            <a:xfrm>
              <a:off x="4434025" y="2444675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0" name="Google Shape;14480;p37"/>
            <p:cNvSpPr/>
            <p:nvPr/>
          </p:nvSpPr>
          <p:spPr>
            <a:xfrm>
              <a:off x="4461050" y="2444675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1" name="Google Shape;14481;p37"/>
            <p:cNvSpPr/>
            <p:nvPr/>
          </p:nvSpPr>
          <p:spPr>
            <a:xfrm>
              <a:off x="4488100" y="2444675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2" name="Google Shape;14482;p37"/>
            <p:cNvSpPr/>
            <p:nvPr/>
          </p:nvSpPr>
          <p:spPr>
            <a:xfrm>
              <a:off x="4379950" y="247170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3" name="Google Shape;14483;p37"/>
            <p:cNvSpPr/>
            <p:nvPr/>
          </p:nvSpPr>
          <p:spPr>
            <a:xfrm>
              <a:off x="4434025" y="247170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4" name="Google Shape;14484;p37"/>
            <p:cNvSpPr/>
            <p:nvPr/>
          </p:nvSpPr>
          <p:spPr>
            <a:xfrm>
              <a:off x="4461050" y="2471700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5" name="Google Shape;14485;p37"/>
            <p:cNvSpPr/>
            <p:nvPr/>
          </p:nvSpPr>
          <p:spPr>
            <a:xfrm>
              <a:off x="4217725" y="236355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6" name="Google Shape;14486;p37"/>
            <p:cNvSpPr/>
            <p:nvPr/>
          </p:nvSpPr>
          <p:spPr>
            <a:xfrm>
              <a:off x="4244750" y="2363550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7" name="Google Shape;14487;p37"/>
            <p:cNvSpPr/>
            <p:nvPr/>
          </p:nvSpPr>
          <p:spPr>
            <a:xfrm>
              <a:off x="4271800" y="236355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8" name="Google Shape;14488;p37"/>
            <p:cNvSpPr/>
            <p:nvPr/>
          </p:nvSpPr>
          <p:spPr>
            <a:xfrm>
              <a:off x="4190675" y="2390600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9" name="Google Shape;14489;p37"/>
            <p:cNvSpPr/>
            <p:nvPr/>
          </p:nvSpPr>
          <p:spPr>
            <a:xfrm>
              <a:off x="4217725" y="2390600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0" name="Google Shape;14490;p37"/>
            <p:cNvSpPr/>
            <p:nvPr/>
          </p:nvSpPr>
          <p:spPr>
            <a:xfrm>
              <a:off x="4244750" y="2390600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1" name="Google Shape;14491;p37"/>
            <p:cNvSpPr/>
            <p:nvPr/>
          </p:nvSpPr>
          <p:spPr>
            <a:xfrm>
              <a:off x="4271800" y="2390600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2" name="Google Shape;14492;p37"/>
            <p:cNvSpPr/>
            <p:nvPr/>
          </p:nvSpPr>
          <p:spPr>
            <a:xfrm>
              <a:off x="4298825" y="2390600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3" name="Google Shape;14493;p37"/>
            <p:cNvSpPr/>
            <p:nvPr/>
          </p:nvSpPr>
          <p:spPr>
            <a:xfrm>
              <a:off x="4190675" y="241762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4" name="Google Shape;14494;p37"/>
            <p:cNvSpPr/>
            <p:nvPr/>
          </p:nvSpPr>
          <p:spPr>
            <a:xfrm>
              <a:off x="4217725" y="241762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5" name="Google Shape;14495;p37"/>
            <p:cNvSpPr/>
            <p:nvPr/>
          </p:nvSpPr>
          <p:spPr>
            <a:xfrm>
              <a:off x="4271800" y="241762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6" name="Google Shape;14496;p37"/>
            <p:cNvSpPr/>
            <p:nvPr/>
          </p:nvSpPr>
          <p:spPr>
            <a:xfrm>
              <a:off x="4298825" y="241762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7" name="Google Shape;14497;p37"/>
            <p:cNvSpPr/>
            <p:nvPr/>
          </p:nvSpPr>
          <p:spPr>
            <a:xfrm>
              <a:off x="4190675" y="2444675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8" name="Google Shape;14498;p37"/>
            <p:cNvSpPr/>
            <p:nvPr/>
          </p:nvSpPr>
          <p:spPr>
            <a:xfrm>
              <a:off x="4217725" y="2444675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9" name="Google Shape;14499;p37"/>
            <p:cNvSpPr/>
            <p:nvPr/>
          </p:nvSpPr>
          <p:spPr>
            <a:xfrm>
              <a:off x="4271800" y="2444675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0" name="Google Shape;14500;p37"/>
            <p:cNvSpPr/>
            <p:nvPr/>
          </p:nvSpPr>
          <p:spPr>
            <a:xfrm>
              <a:off x="4298825" y="2444675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1" name="Google Shape;14501;p37"/>
            <p:cNvSpPr/>
            <p:nvPr/>
          </p:nvSpPr>
          <p:spPr>
            <a:xfrm>
              <a:off x="4190675" y="2471700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2" name="Google Shape;14502;p37"/>
            <p:cNvSpPr/>
            <p:nvPr/>
          </p:nvSpPr>
          <p:spPr>
            <a:xfrm>
              <a:off x="4217725" y="247170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3" name="Google Shape;14503;p37"/>
            <p:cNvSpPr/>
            <p:nvPr/>
          </p:nvSpPr>
          <p:spPr>
            <a:xfrm>
              <a:off x="4244750" y="2471700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4" name="Google Shape;14504;p37"/>
            <p:cNvSpPr/>
            <p:nvPr/>
          </p:nvSpPr>
          <p:spPr>
            <a:xfrm>
              <a:off x="4271800" y="247170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5" name="Google Shape;14505;p37"/>
            <p:cNvSpPr/>
            <p:nvPr/>
          </p:nvSpPr>
          <p:spPr>
            <a:xfrm>
              <a:off x="4298825" y="2471700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6" name="Google Shape;14506;p37"/>
            <p:cNvSpPr/>
            <p:nvPr/>
          </p:nvSpPr>
          <p:spPr>
            <a:xfrm>
              <a:off x="4217725" y="2498750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7" name="Google Shape;14507;p37"/>
            <p:cNvSpPr/>
            <p:nvPr/>
          </p:nvSpPr>
          <p:spPr>
            <a:xfrm>
              <a:off x="4244750" y="2498750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8" name="Google Shape;14508;p37"/>
            <p:cNvSpPr/>
            <p:nvPr/>
          </p:nvSpPr>
          <p:spPr>
            <a:xfrm>
              <a:off x="4271800" y="2498750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51" name="Google Shape;16329;p61">
            <a:extLst>
              <a:ext uri="{FF2B5EF4-FFF2-40B4-BE49-F238E27FC236}">
                <a16:creationId xmlns:a16="http://schemas.microsoft.com/office/drawing/2014/main" id="{E16751BD-5D9D-A5CC-F168-118D2BDCF1ED}"/>
              </a:ext>
            </a:extLst>
          </p:cNvPr>
          <p:cNvGrpSpPr>
            <a:grpSpLocks/>
          </p:cNvGrpSpPr>
          <p:nvPr/>
        </p:nvGrpSpPr>
        <p:grpSpPr>
          <a:xfrm>
            <a:off x="2375090" y="1487025"/>
            <a:ext cx="477169" cy="737174"/>
            <a:chOff x="2198946" y="1668078"/>
            <a:chExt cx="477169" cy="737174"/>
          </a:xfrm>
        </p:grpSpPr>
        <p:sp>
          <p:nvSpPr>
            <p:cNvPr id="14952" name="Google Shape;16330;p61">
              <a:extLst>
                <a:ext uri="{FF2B5EF4-FFF2-40B4-BE49-F238E27FC236}">
                  <a16:creationId xmlns:a16="http://schemas.microsoft.com/office/drawing/2014/main" id="{A320A33E-2462-74BD-72A9-921224D4F24B}"/>
                </a:ext>
              </a:extLst>
            </p:cNvPr>
            <p:cNvSpPr>
              <a:spLocks/>
            </p:cNvSpPr>
            <p:nvPr/>
          </p:nvSpPr>
          <p:spPr>
            <a:xfrm>
              <a:off x="2198946" y="1668078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3" name="Google Shape;16331;p61">
              <a:extLst>
                <a:ext uri="{FF2B5EF4-FFF2-40B4-BE49-F238E27FC236}">
                  <a16:creationId xmlns:a16="http://schemas.microsoft.com/office/drawing/2014/main" id="{48973DF1-84AA-B620-1F71-F6011DE478FA}"/>
                </a:ext>
              </a:extLst>
            </p:cNvPr>
            <p:cNvSpPr>
              <a:spLocks/>
            </p:cNvSpPr>
            <p:nvPr/>
          </p:nvSpPr>
          <p:spPr>
            <a:xfrm>
              <a:off x="2241842" y="1668078"/>
              <a:ext cx="43790" cy="43790"/>
            </a:xfrm>
            <a:custGeom>
              <a:avLst/>
              <a:gdLst/>
              <a:ahLst/>
              <a:cxnLst/>
              <a:rect l="l" t="t" r="r" b="b"/>
              <a:pathLst>
                <a:path w="784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4" name="Google Shape;16332;p61">
              <a:extLst>
                <a:ext uri="{FF2B5EF4-FFF2-40B4-BE49-F238E27FC236}">
                  <a16:creationId xmlns:a16="http://schemas.microsoft.com/office/drawing/2014/main" id="{EB7FC400-A84A-972F-9EAA-2B17375122F5}"/>
                </a:ext>
              </a:extLst>
            </p:cNvPr>
            <p:cNvSpPr>
              <a:spLocks/>
            </p:cNvSpPr>
            <p:nvPr/>
          </p:nvSpPr>
          <p:spPr>
            <a:xfrm>
              <a:off x="2285577" y="1668078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5" name="Google Shape;16333;p61">
              <a:extLst>
                <a:ext uri="{FF2B5EF4-FFF2-40B4-BE49-F238E27FC236}">
                  <a16:creationId xmlns:a16="http://schemas.microsoft.com/office/drawing/2014/main" id="{B22C5C6F-DBA7-A4A4-1F9D-BBCC466F12C2}"/>
                </a:ext>
              </a:extLst>
            </p:cNvPr>
            <p:cNvSpPr>
              <a:spLocks/>
            </p:cNvSpPr>
            <p:nvPr/>
          </p:nvSpPr>
          <p:spPr>
            <a:xfrm>
              <a:off x="2328474" y="1668078"/>
              <a:ext cx="43846" cy="4379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6" name="Google Shape;16334;p61">
              <a:extLst>
                <a:ext uri="{FF2B5EF4-FFF2-40B4-BE49-F238E27FC236}">
                  <a16:creationId xmlns:a16="http://schemas.microsoft.com/office/drawing/2014/main" id="{425D614A-9842-23B0-525B-D03B87DE9C97}"/>
                </a:ext>
              </a:extLst>
            </p:cNvPr>
            <p:cNvSpPr>
              <a:spLocks/>
            </p:cNvSpPr>
            <p:nvPr/>
          </p:nvSpPr>
          <p:spPr>
            <a:xfrm>
              <a:off x="2372264" y="1668078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7" name="Google Shape;16335;p61">
              <a:extLst>
                <a:ext uri="{FF2B5EF4-FFF2-40B4-BE49-F238E27FC236}">
                  <a16:creationId xmlns:a16="http://schemas.microsoft.com/office/drawing/2014/main" id="{9F695262-D634-3240-D0E7-DBC7E9DE2BCE}"/>
                </a:ext>
              </a:extLst>
            </p:cNvPr>
            <p:cNvSpPr>
              <a:spLocks/>
            </p:cNvSpPr>
            <p:nvPr/>
          </p:nvSpPr>
          <p:spPr>
            <a:xfrm>
              <a:off x="2415160" y="1668078"/>
              <a:ext cx="43846" cy="4379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8" name="Google Shape;16336;p61">
              <a:extLst>
                <a:ext uri="{FF2B5EF4-FFF2-40B4-BE49-F238E27FC236}">
                  <a16:creationId xmlns:a16="http://schemas.microsoft.com/office/drawing/2014/main" id="{0A36E481-2CEF-1552-BD57-67B17D84737F}"/>
                </a:ext>
              </a:extLst>
            </p:cNvPr>
            <p:cNvSpPr>
              <a:spLocks/>
            </p:cNvSpPr>
            <p:nvPr/>
          </p:nvSpPr>
          <p:spPr>
            <a:xfrm>
              <a:off x="2458951" y="1668078"/>
              <a:ext cx="43846" cy="4379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9" name="Google Shape;16337;p61">
              <a:extLst>
                <a:ext uri="{FF2B5EF4-FFF2-40B4-BE49-F238E27FC236}">
                  <a16:creationId xmlns:a16="http://schemas.microsoft.com/office/drawing/2014/main" id="{26C47B99-7222-23F5-C553-11E0CB2DAFAE}"/>
                </a:ext>
              </a:extLst>
            </p:cNvPr>
            <p:cNvSpPr>
              <a:spLocks/>
            </p:cNvSpPr>
            <p:nvPr/>
          </p:nvSpPr>
          <p:spPr>
            <a:xfrm>
              <a:off x="2502741" y="1668078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0" name="Google Shape;16338;p61">
              <a:extLst>
                <a:ext uri="{FF2B5EF4-FFF2-40B4-BE49-F238E27FC236}">
                  <a16:creationId xmlns:a16="http://schemas.microsoft.com/office/drawing/2014/main" id="{E1900D38-78E8-2725-8856-8B0915627792}"/>
                </a:ext>
              </a:extLst>
            </p:cNvPr>
            <p:cNvSpPr>
              <a:spLocks/>
            </p:cNvSpPr>
            <p:nvPr/>
          </p:nvSpPr>
          <p:spPr>
            <a:xfrm>
              <a:off x="2545638" y="1668078"/>
              <a:ext cx="43790" cy="43790"/>
            </a:xfrm>
            <a:custGeom>
              <a:avLst/>
              <a:gdLst/>
              <a:ahLst/>
              <a:cxnLst/>
              <a:rect l="l" t="t" r="r" b="b"/>
              <a:pathLst>
                <a:path w="784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1" name="Google Shape;16339;p61">
              <a:extLst>
                <a:ext uri="{FF2B5EF4-FFF2-40B4-BE49-F238E27FC236}">
                  <a16:creationId xmlns:a16="http://schemas.microsoft.com/office/drawing/2014/main" id="{EB3CAECC-3ABB-380F-F9F1-FAF1DA0EA94E}"/>
                </a:ext>
              </a:extLst>
            </p:cNvPr>
            <p:cNvSpPr>
              <a:spLocks/>
            </p:cNvSpPr>
            <p:nvPr/>
          </p:nvSpPr>
          <p:spPr>
            <a:xfrm>
              <a:off x="2589372" y="1668078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2" name="Google Shape;16340;p61">
              <a:extLst>
                <a:ext uri="{FF2B5EF4-FFF2-40B4-BE49-F238E27FC236}">
                  <a16:creationId xmlns:a16="http://schemas.microsoft.com/office/drawing/2014/main" id="{207D0143-3D11-9249-BA65-0A0EB227A15E}"/>
                </a:ext>
              </a:extLst>
            </p:cNvPr>
            <p:cNvSpPr>
              <a:spLocks/>
            </p:cNvSpPr>
            <p:nvPr/>
          </p:nvSpPr>
          <p:spPr>
            <a:xfrm>
              <a:off x="2198946" y="1711813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68" y="76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3" name="Google Shape;16341;p61">
              <a:extLst>
                <a:ext uri="{FF2B5EF4-FFF2-40B4-BE49-F238E27FC236}">
                  <a16:creationId xmlns:a16="http://schemas.microsoft.com/office/drawing/2014/main" id="{33EA7B27-0D14-C2BA-F8F6-4230E70C196C}"/>
                </a:ext>
              </a:extLst>
            </p:cNvPr>
            <p:cNvSpPr>
              <a:spLocks/>
            </p:cNvSpPr>
            <p:nvPr/>
          </p:nvSpPr>
          <p:spPr>
            <a:xfrm>
              <a:off x="2241842" y="1711813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4" name="Google Shape;16342;p61">
              <a:extLst>
                <a:ext uri="{FF2B5EF4-FFF2-40B4-BE49-F238E27FC236}">
                  <a16:creationId xmlns:a16="http://schemas.microsoft.com/office/drawing/2014/main" id="{7484BCEF-0B40-9727-896F-91B640B1799E}"/>
                </a:ext>
              </a:extLst>
            </p:cNvPr>
            <p:cNvSpPr>
              <a:spLocks/>
            </p:cNvSpPr>
            <p:nvPr/>
          </p:nvSpPr>
          <p:spPr>
            <a:xfrm>
              <a:off x="2285577" y="1711813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5" name="Google Shape;16343;p61">
              <a:extLst>
                <a:ext uri="{FF2B5EF4-FFF2-40B4-BE49-F238E27FC236}">
                  <a16:creationId xmlns:a16="http://schemas.microsoft.com/office/drawing/2014/main" id="{DCA95EF2-0963-F9D8-BDF1-8415F11E24ED}"/>
                </a:ext>
              </a:extLst>
            </p:cNvPr>
            <p:cNvSpPr>
              <a:spLocks/>
            </p:cNvSpPr>
            <p:nvPr/>
          </p:nvSpPr>
          <p:spPr>
            <a:xfrm>
              <a:off x="2328474" y="1711813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5" y="769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6" name="Google Shape;16344;p61">
              <a:extLst>
                <a:ext uri="{FF2B5EF4-FFF2-40B4-BE49-F238E27FC236}">
                  <a16:creationId xmlns:a16="http://schemas.microsoft.com/office/drawing/2014/main" id="{932528DB-9933-4AFF-95A5-4F23931D5F6A}"/>
                </a:ext>
              </a:extLst>
            </p:cNvPr>
            <p:cNvSpPr>
              <a:spLocks/>
            </p:cNvSpPr>
            <p:nvPr/>
          </p:nvSpPr>
          <p:spPr>
            <a:xfrm>
              <a:off x="2372264" y="1711813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7" name="Google Shape;16345;p61">
              <a:extLst>
                <a:ext uri="{FF2B5EF4-FFF2-40B4-BE49-F238E27FC236}">
                  <a16:creationId xmlns:a16="http://schemas.microsoft.com/office/drawing/2014/main" id="{8780A9CD-B82E-178D-4DD8-6B4B38925265}"/>
                </a:ext>
              </a:extLst>
            </p:cNvPr>
            <p:cNvSpPr>
              <a:spLocks/>
            </p:cNvSpPr>
            <p:nvPr/>
          </p:nvSpPr>
          <p:spPr>
            <a:xfrm>
              <a:off x="2415160" y="1711813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8" name="Google Shape;16346;p61">
              <a:extLst>
                <a:ext uri="{FF2B5EF4-FFF2-40B4-BE49-F238E27FC236}">
                  <a16:creationId xmlns:a16="http://schemas.microsoft.com/office/drawing/2014/main" id="{29236137-EE27-095B-7B70-CD42C376A4AD}"/>
                </a:ext>
              </a:extLst>
            </p:cNvPr>
            <p:cNvSpPr>
              <a:spLocks/>
            </p:cNvSpPr>
            <p:nvPr/>
          </p:nvSpPr>
          <p:spPr>
            <a:xfrm>
              <a:off x="2458951" y="1711813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9" name="Google Shape;16347;p61">
              <a:extLst>
                <a:ext uri="{FF2B5EF4-FFF2-40B4-BE49-F238E27FC236}">
                  <a16:creationId xmlns:a16="http://schemas.microsoft.com/office/drawing/2014/main" id="{50ADE604-4126-3BEF-9634-599F98584717}"/>
                </a:ext>
              </a:extLst>
            </p:cNvPr>
            <p:cNvSpPr>
              <a:spLocks/>
            </p:cNvSpPr>
            <p:nvPr/>
          </p:nvSpPr>
          <p:spPr>
            <a:xfrm>
              <a:off x="2502741" y="1711813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68" y="76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0" name="Google Shape;16348;p61">
              <a:extLst>
                <a:ext uri="{FF2B5EF4-FFF2-40B4-BE49-F238E27FC236}">
                  <a16:creationId xmlns:a16="http://schemas.microsoft.com/office/drawing/2014/main" id="{3F86B9FF-8E92-D677-1ACA-65C38DC226CB}"/>
                </a:ext>
              </a:extLst>
            </p:cNvPr>
            <p:cNvSpPr>
              <a:spLocks/>
            </p:cNvSpPr>
            <p:nvPr/>
          </p:nvSpPr>
          <p:spPr>
            <a:xfrm>
              <a:off x="2545638" y="1711813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1" name="Google Shape;16349;p61">
              <a:extLst>
                <a:ext uri="{FF2B5EF4-FFF2-40B4-BE49-F238E27FC236}">
                  <a16:creationId xmlns:a16="http://schemas.microsoft.com/office/drawing/2014/main" id="{E4FC7F71-D8AF-631F-0DBC-E244B3BBC444}"/>
                </a:ext>
              </a:extLst>
            </p:cNvPr>
            <p:cNvSpPr>
              <a:spLocks/>
            </p:cNvSpPr>
            <p:nvPr/>
          </p:nvSpPr>
          <p:spPr>
            <a:xfrm>
              <a:off x="2589372" y="1711813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2" name="Google Shape;16350;p61">
              <a:extLst>
                <a:ext uri="{FF2B5EF4-FFF2-40B4-BE49-F238E27FC236}">
                  <a16:creationId xmlns:a16="http://schemas.microsoft.com/office/drawing/2014/main" id="{460378F5-B11A-AA21-5404-5D64F840607B}"/>
                </a:ext>
              </a:extLst>
            </p:cNvPr>
            <p:cNvSpPr>
              <a:spLocks/>
            </p:cNvSpPr>
            <p:nvPr/>
          </p:nvSpPr>
          <p:spPr>
            <a:xfrm>
              <a:off x="2198946" y="175470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68" y="785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3" name="Google Shape;16351;p61">
              <a:extLst>
                <a:ext uri="{FF2B5EF4-FFF2-40B4-BE49-F238E27FC236}">
                  <a16:creationId xmlns:a16="http://schemas.microsoft.com/office/drawing/2014/main" id="{C47F5246-CF3E-343C-33F0-70FA6ABA40E8}"/>
                </a:ext>
              </a:extLst>
            </p:cNvPr>
            <p:cNvSpPr>
              <a:spLocks/>
            </p:cNvSpPr>
            <p:nvPr/>
          </p:nvSpPr>
          <p:spPr>
            <a:xfrm>
              <a:off x="2241842" y="1754709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4" name="Google Shape;16352;p61">
              <a:extLst>
                <a:ext uri="{FF2B5EF4-FFF2-40B4-BE49-F238E27FC236}">
                  <a16:creationId xmlns:a16="http://schemas.microsoft.com/office/drawing/2014/main" id="{56A66A3A-338D-3C63-4367-38E520591815}"/>
                </a:ext>
              </a:extLst>
            </p:cNvPr>
            <p:cNvSpPr>
              <a:spLocks/>
            </p:cNvSpPr>
            <p:nvPr/>
          </p:nvSpPr>
          <p:spPr>
            <a:xfrm>
              <a:off x="2285577" y="175470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69" y="78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5" name="Google Shape;16353;p61">
              <a:extLst>
                <a:ext uri="{FF2B5EF4-FFF2-40B4-BE49-F238E27FC236}">
                  <a16:creationId xmlns:a16="http://schemas.microsoft.com/office/drawing/2014/main" id="{C525F03D-5572-C27D-EF13-9FDE28EA1906}"/>
                </a:ext>
              </a:extLst>
            </p:cNvPr>
            <p:cNvSpPr>
              <a:spLocks/>
            </p:cNvSpPr>
            <p:nvPr/>
          </p:nvSpPr>
          <p:spPr>
            <a:xfrm>
              <a:off x="2328474" y="1754709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5" y="785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6" name="Google Shape;16354;p61">
              <a:extLst>
                <a:ext uri="{FF2B5EF4-FFF2-40B4-BE49-F238E27FC236}">
                  <a16:creationId xmlns:a16="http://schemas.microsoft.com/office/drawing/2014/main" id="{2F05B2E1-E325-1372-CBCE-4533D23E8C7E}"/>
                </a:ext>
              </a:extLst>
            </p:cNvPr>
            <p:cNvSpPr>
              <a:spLocks/>
            </p:cNvSpPr>
            <p:nvPr/>
          </p:nvSpPr>
          <p:spPr>
            <a:xfrm>
              <a:off x="2372264" y="175470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69" y="78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7" name="Google Shape;16355;p61">
              <a:extLst>
                <a:ext uri="{FF2B5EF4-FFF2-40B4-BE49-F238E27FC236}">
                  <a16:creationId xmlns:a16="http://schemas.microsoft.com/office/drawing/2014/main" id="{2E3FFDCE-AE8E-386A-3A09-14EB968730D2}"/>
                </a:ext>
              </a:extLst>
            </p:cNvPr>
            <p:cNvSpPr>
              <a:spLocks/>
            </p:cNvSpPr>
            <p:nvPr/>
          </p:nvSpPr>
          <p:spPr>
            <a:xfrm>
              <a:off x="2415160" y="1754709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8" name="Google Shape;16356;p61">
              <a:extLst>
                <a:ext uri="{FF2B5EF4-FFF2-40B4-BE49-F238E27FC236}">
                  <a16:creationId xmlns:a16="http://schemas.microsoft.com/office/drawing/2014/main" id="{FAE7D9A9-C664-393E-5F6C-A9123714A296}"/>
                </a:ext>
              </a:extLst>
            </p:cNvPr>
            <p:cNvSpPr>
              <a:spLocks/>
            </p:cNvSpPr>
            <p:nvPr/>
          </p:nvSpPr>
          <p:spPr>
            <a:xfrm>
              <a:off x="2458951" y="1754709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9" name="Google Shape;16357;p61">
              <a:extLst>
                <a:ext uri="{FF2B5EF4-FFF2-40B4-BE49-F238E27FC236}">
                  <a16:creationId xmlns:a16="http://schemas.microsoft.com/office/drawing/2014/main" id="{8B7905EC-A05D-AE54-1FC7-FAF035570855}"/>
                </a:ext>
              </a:extLst>
            </p:cNvPr>
            <p:cNvSpPr>
              <a:spLocks/>
            </p:cNvSpPr>
            <p:nvPr/>
          </p:nvSpPr>
          <p:spPr>
            <a:xfrm>
              <a:off x="2502741" y="175470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68" y="785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0" name="Google Shape;16358;p61">
              <a:extLst>
                <a:ext uri="{FF2B5EF4-FFF2-40B4-BE49-F238E27FC236}">
                  <a16:creationId xmlns:a16="http://schemas.microsoft.com/office/drawing/2014/main" id="{720464DC-2487-61E2-F4CE-D62ABA4A8000}"/>
                </a:ext>
              </a:extLst>
            </p:cNvPr>
            <p:cNvSpPr>
              <a:spLocks/>
            </p:cNvSpPr>
            <p:nvPr/>
          </p:nvSpPr>
          <p:spPr>
            <a:xfrm>
              <a:off x="2545638" y="1754709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1" name="Google Shape;16359;p61">
              <a:extLst>
                <a:ext uri="{FF2B5EF4-FFF2-40B4-BE49-F238E27FC236}">
                  <a16:creationId xmlns:a16="http://schemas.microsoft.com/office/drawing/2014/main" id="{8CFFBFB9-3717-B8CE-F0FC-D3F02082F09A}"/>
                </a:ext>
              </a:extLst>
            </p:cNvPr>
            <p:cNvSpPr>
              <a:spLocks/>
            </p:cNvSpPr>
            <p:nvPr/>
          </p:nvSpPr>
          <p:spPr>
            <a:xfrm>
              <a:off x="2589372" y="175470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69" y="78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2" name="Google Shape;16360;p61">
              <a:extLst>
                <a:ext uri="{FF2B5EF4-FFF2-40B4-BE49-F238E27FC236}">
                  <a16:creationId xmlns:a16="http://schemas.microsoft.com/office/drawing/2014/main" id="{16EFA825-9F64-3D0E-38D1-898D3D3F5029}"/>
                </a:ext>
              </a:extLst>
            </p:cNvPr>
            <p:cNvSpPr>
              <a:spLocks/>
            </p:cNvSpPr>
            <p:nvPr/>
          </p:nvSpPr>
          <p:spPr>
            <a:xfrm>
              <a:off x="2198946" y="1798500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68" y="76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3" name="Google Shape;16361;p61">
              <a:extLst>
                <a:ext uri="{FF2B5EF4-FFF2-40B4-BE49-F238E27FC236}">
                  <a16:creationId xmlns:a16="http://schemas.microsoft.com/office/drawing/2014/main" id="{4200AAE5-0ACA-5289-67FF-ED99011A38B0}"/>
                </a:ext>
              </a:extLst>
            </p:cNvPr>
            <p:cNvSpPr>
              <a:spLocks/>
            </p:cNvSpPr>
            <p:nvPr/>
          </p:nvSpPr>
          <p:spPr>
            <a:xfrm>
              <a:off x="2241842" y="1798500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4" name="Google Shape;16362;p61">
              <a:extLst>
                <a:ext uri="{FF2B5EF4-FFF2-40B4-BE49-F238E27FC236}">
                  <a16:creationId xmlns:a16="http://schemas.microsoft.com/office/drawing/2014/main" id="{797B2E5A-7923-EC60-B106-3928130D22DC}"/>
                </a:ext>
              </a:extLst>
            </p:cNvPr>
            <p:cNvSpPr>
              <a:spLocks/>
            </p:cNvSpPr>
            <p:nvPr/>
          </p:nvSpPr>
          <p:spPr>
            <a:xfrm>
              <a:off x="2285577" y="1798500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5" name="Google Shape;16363;p61">
              <a:extLst>
                <a:ext uri="{FF2B5EF4-FFF2-40B4-BE49-F238E27FC236}">
                  <a16:creationId xmlns:a16="http://schemas.microsoft.com/office/drawing/2014/main" id="{F8C55CFA-FF04-D210-184E-22E7AFE858E6}"/>
                </a:ext>
              </a:extLst>
            </p:cNvPr>
            <p:cNvSpPr>
              <a:spLocks/>
            </p:cNvSpPr>
            <p:nvPr/>
          </p:nvSpPr>
          <p:spPr>
            <a:xfrm>
              <a:off x="2328474" y="1798500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5" y="769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6" name="Google Shape;16364;p61">
              <a:extLst>
                <a:ext uri="{FF2B5EF4-FFF2-40B4-BE49-F238E27FC236}">
                  <a16:creationId xmlns:a16="http://schemas.microsoft.com/office/drawing/2014/main" id="{A4BE0131-C63B-9176-DAE8-87A6E2AA21C2}"/>
                </a:ext>
              </a:extLst>
            </p:cNvPr>
            <p:cNvSpPr>
              <a:spLocks/>
            </p:cNvSpPr>
            <p:nvPr/>
          </p:nvSpPr>
          <p:spPr>
            <a:xfrm>
              <a:off x="2372264" y="1798500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7" name="Google Shape;16365;p61">
              <a:extLst>
                <a:ext uri="{FF2B5EF4-FFF2-40B4-BE49-F238E27FC236}">
                  <a16:creationId xmlns:a16="http://schemas.microsoft.com/office/drawing/2014/main" id="{0F332388-199E-6695-52A0-2380097B8230}"/>
                </a:ext>
              </a:extLst>
            </p:cNvPr>
            <p:cNvSpPr>
              <a:spLocks/>
            </p:cNvSpPr>
            <p:nvPr/>
          </p:nvSpPr>
          <p:spPr>
            <a:xfrm>
              <a:off x="2415160" y="1798500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8" name="Google Shape;16366;p61">
              <a:extLst>
                <a:ext uri="{FF2B5EF4-FFF2-40B4-BE49-F238E27FC236}">
                  <a16:creationId xmlns:a16="http://schemas.microsoft.com/office/drawing/2014/main" id="{C01421BF-AC30-5A8A-1C54-7282407753E0}"/>
                </a:ext>
              </a:extLst>
            </p:cNvPr>
            <p:cNvSpPr>
              <a:spLocks/>
            </p:cNvSpPr>
            <p:nvPr/>
          </p:nvSpPr>
          <p:spPr>
            <a:xfrm>
              <a:off x="2458951" y="1798500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9" name="Google Shape;16367;p61">
              <a:extLst>
                <a:ext uri="{FF2B5EF4-FFF2-40B4-BE49-F238E27FC236}">
                  <a16:creationId xmlns:a16="http://schemas.microsoft.com/office/drawing/2014/main" id="{19E41A87-ECB4-7364-3BB2-23C334761E26}"/>
                </a:ext>
              </a:extLst>
            </p:cNvPr>
            <p:cNvSpPr>
              <a:spLocks/>
            </p:cNvSpPr>
            <p:nvPr/>
          </p:nvSpPr>
          <p:spPr>
            <a:xfrm>
              <a:off x="2502741" y="1798500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68" y="76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0" name="Google Shape;16368;p61">
              <a:extLst>
                <a:ext uri="{FF2B5EF4-FFF2-40B4-BE49-F238E27FC236}">
                  <a16:creationId xmlns:a16="http://schemas.microsoft.com/office/drawing/2014/main" id="{A130F983-C765-AB08-7661-7364547267B8}"/>
                </a:ext>
              </a:extLst>
            </p:cNvPr>
            <p:cNvSpPr>
              <a:spLocks/>
            </p:cNvSpPr>
            <p:nvPr/>
          </p:nvSpPr>
          <p:spPr>
            <a:xfrm>
              <a:off x="2545638" y="1798500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1" name="Google Shape;16369;p61">
              <a:extLst>
                <a:ext uri="{FF2B5EF4-FFF2-40B4-BE49-F238E27FC236}">
                  <a16:creationId xmlns:a16="http://schemas.microsoft.com/office/drawing/2014/main" id="{8525C573-A3F0-FB81-A860-9454F16832B1}"/>
                </a:ext>
              </a:extLst>
            </p:cNvPr>
            <p:cNvSpPr>
              <a:spLocks/>
            </p:cNvSpPr>
            <p:nvPr/>
          </p:nvSpPr>
          <p:spPr>
            <a:xfrm>
              <a:off x="2589372" y="1798500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2" name="Google Shape;16370;p61">
              <a:extLst>
                <a:ext uri="{FF2B5EF4-FFF2-40B4-BE49-F238E27FC236}">
                  <a16:creationId xmlns:a16="http://schemas.microsoft.com/office/drawing/2014/main" id="{5F662FBE-9C90-4F4C-94B4-A48C6C37BA7E}"/>
                </a:ext>
              </a:extLst>
            </p:cNvPr>
            <p:cNvSpPr>
              <a:spLocks/>
            </p:cNvSpPr>
            <p:nvPr/>
          </p:nvSpPr>
          <p:spPr>
            <a:xfrm>
              <a:off x="2198946" y="1841396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3" name="Google Shape;16371;p61">
              <a:extLst>
                <a:ext uri="{FF2B5EF4-FFF2-40B4-BE49-F238E27FC236}">
                  <a16:creationId xmlns:a16="http://schemas.microsoft.com/office/drawing/2014/main" id="{9B0E1EF1-EC9A-1AD1-A90F-3D324321AE89}"/>
                </a:ext>
              </a:extLst>
            </p:cNvPr>
            <p:cNvSpPr>
              <a:spLocks/>
            </p:cNvSpPr>
            <p:nvPr/>
          </p:nvSpPr>
          <p:spPr>
            <a:xfrm>
              <a:off x="2241842" y="1841396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4" name="Google Shape;16372;p61">
              <a:extLst>
                <a:ext uri="{FF2B5EF4-FFF2-40B4-BE49-F238E27FC236}">
                  <a16:creationId xmlns:a16="http://schemas.microsoft.com/office/drawing/2014/main" id="{45DDA44F-CC65-4BCA-4E96-E19123E97D52}"/>
                </a:ext>
              </a:extLst>
            </p:cNvPr>
            <p:cNvSpPr>
              <a:spLocks/>
            </p:cNvSpPr>
            <p:nvPr/>
          </p:nvSpPr>
          <p:spPr>
            <a:xfrm>
              <a:off x="2285577" y="1841396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5" name="Google Shape;16373;p61">
              <a:extLst>
                <a:ext uri="{FF2B5EF4-FFF2-40B4-BE49-F238E27FC236}">
                  <a16:creationId xmlns:a16="http://schemas.microsoft.com/office/drawing/2014/main" id="{81B8EDC8-974D-D6E7-F290-ED17CE3F54F7}"/>
                </a:ext>
              </a:extLst>
            </p:cNvPr>
            <p:cNvSpPr>
              <a:spLocks/>
            </p:cNvSpPr>
            <p:nvPr/>
          </p:nvSpPr>
          <p:spPr>
            <a:xfrm>
              <a:off x="2328474" y="1841396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6" name="Google Shape;16374;p61">
              <a:extLst>
                <a:ext uri="{FF2B5EF4-FFF2-40B4-BE49-F238E27FC236}">
                  <a16:creationId xmlns:a16="http://schemas.microsoft.com/office/drawing/2014/main" id="{DCF9B4DE-DE23-579F-F22B-C71C2A296722}"/>
                </a:ext>
              </a:extLst>
            </p:cNvPr>
            <p:cNvSpPr>
              <a:spLocks/>
            </p:cNvSpPr>
            <p:nvPr/>
          </p:nvSpPr>
          <p:spPr>
            <a:xfrm>
              <a:off x="2372264" y="1841396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7" name="Google Shape;16375;p61">
              <a:extLst>
                <a:ext uri="{FF2B5EF4-FFF2-40B4-BE49-F238E27FC236}">
                  <a16:creationId xmlns:a16="http://schemas.microsoft.com/office/drawing/2014/main" id="{894AFB51-90D2-FDDE-E5BC-47FD7687A291}"/>
                </a:ext>
              </a:extLst>
            </p:cNvPr>
            <p:cNvSpPr>
              <a:spLocks/>
            </p:cNvSpPr>
            <p:nvPr/>
          </p:nvSpPr>
          <p:spPr>
            <a:xfrm>
              <a:off x="2415160" y="1841396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8" name="Google Shape;16376;p61">
              <a:extLst>
                <a:ext uri="{FF2B5EF4-FFF2-40B4-BE49-F238E27FC236}">
                  <a16:creationId xmlns:a16="http://schemas.microsoft.com/office/drawing/2014/main" id="{245E23D9-202D-F261-0C7C-B76F03E083C3}"/>
                </a:ext>
              </a:extLst>
            </p:cNvPr>
            <p:cNvSpPr>
              <a:spLocks/>
            </p:cNvSpPr>
            <p:nvPr/>
          </p:nvSpPr>
          <p:spPr>
            <a:xfrm>
              <a:off x="2458951" y="1841396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9" name="Google Shape;16377;p61">
              <a:extLst>
                <a:ext uri="{FF2B5EF4-FFF2-40B4-BE49-F238E27FC236}">
                  <a16:creationId xmlns:a16="http://schemas.microsoft.com/office/drawing/2014/main" id="{8B39EF35-F3AF-8C16-1223-588A6E179169}"/>
                </a:ext>
              </a:extLst>
            </p:cNvPr>
            <p:cNvSpPr>
              <a:spLocks/>
            </p:cNvSpPr>
            <p:nvPr/>
          </p:nvSpPr>
          <p:spPr>
            <a:xfrm>
              <a:off x="2502741" y="1841396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0" name="Google Shape;16378;p61">
              <a:extLst>
                <a:ext uri="{FF2B5EF4-FFF2-40B4-BE49-F238E27FC236}">
                  <a16:creationId xmlns:a16="http://schemas.microsoft.com/office/drawing/2014/main" id="{1BB3ADF4-A309-ACDE-5188-F13F937966DA}"/>
                </a:ext>
              </a:extLst>
            </p:cNvPr>
            <p:cNvSpPr>
              <a:spLocks/>
            </p:cNvSpPr>
            <p:nvPr/>
          </p:nvSpPr>
          <p:spPr>
            <a:xfrm>
              <a:off x="2545638" y="1841396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1" name="Google Shape;16379;p61">
              <a:extLst>
                <a:ext uri="{FF2B5EF4-FFF2-40B4-BE49-F238E27FC236}">
                  <a16:creationId xmlns:a16="http://schemas.microsoft.com/office/drawing/2014/main" id="{711F96A0-3D31-19C4-7371-E93D9AA0C6FF}"/>
                </a:ext>
              </a:extLst>
            </p:cNvPr>
            <p:cNvSpPr>
              <a:spLocks/>
            </p:cNvSpPr>
            <p:nvPr/>
          </p:nvSpPr>
          <p:spPr>
            <a:xfrm>
              <a:off x="2589372" y="1841396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2" name="Google Shape;16380;p61">
              <a:extLst>
                <a:ext uri="{FF2B5EF4-FFF2-40B4-BE49-F238E27FC236}">
                  <a16:creationId xmlns:a16="http://schemas.microsoft.com/office/drawing/2014/main" id="{CDCF0ADB-EB8E-540F-2950-A17E1005CC2F}"/>
                </a:ext>
              </a:extLst>
            </p:cNvPr>
            <p:cNvSpPr>
              <a:spLocks/>
            </p:cNvSpPr>
            <p:nvPr/>
          </p:nvSpPr>
          <p:spPr>
            <a:xfrm>
              <a:off x="2198946" y="1885187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68" y="768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3" name="Google Shape;16381;p61">
              <a:extLst>
                <a:ext uri="{FF2B5EF4-FFF2-40B4-BE49-F238E27FC236}">
                  <a16:creationId xmlns:a16="http://schemas.microsoft.com/office/drawing/2014/main" id="{FB2B5E4F-3242-2E08-0703-32C5077C2CD0}"/>
                </a:ext>
              </a:extLst>
            </p:cNvPr>
            <p:cNvSpPr>
              <a:spLocks/>
            </p:cNvSpPr>
            <p:nvPr/>
          </p:nvSpPr>
          <p:spPr>
            <a:xfrm>
              <a:off x="2241842" y="1885187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4" name="Google Shape;16382;p61">
              <a:extLst>
                <a:ext uri="{FF2B5EF4-FFF2-40B4-BE49-F238E27FC236}">
                  <a16:creationId xmlns:a16="http://schemas.microsoft.com/office/drawing/2014/main" id="{E996C28D-1F39-0487-E5AB-1D1485DD459C}"/>
                </a:ext>
              </a:extLst>
            </p:cNvPr>
            <p:cNvSpPr>
              <a:spLocks/>
            </p:cNvSpPr>
            <p:nvPr/>
          </p:nvSpPr>
          <p:spPr>
            <a:xfrm>
              <a:off x="2285577" y="1885187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69" y="768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5" name="Google Shape;16383;p61">
              <a:extLst>
                <a:ext uri="{FF2B5EF4-FFF2-40B4-BE49-F238E27FC236}">
                  <a16:creationId xmlns:a16="http://schemas.microsoft.com/office/drawing/2014/main" id="{1640AF48-4F13-8523-BEAA-B2EDF51B9D06}"/>
                </a:ext>
              </a:extLst>
            </p:cNvPr>
            <p:cNvSpPr>
              <a:spLocks/>
            </p:cNvSpPr>
            <p:nvPr/>
          </p:nvSpPr>
          <p:spPr>
            <a:xfrm>
              <a:off x="2328474" y="1885187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85" y="768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6" name="Google Shape;16384;p61">
              <a:extLst>
                <a:ext uri="{FF2B5EF4-FFF2-40B4-BE49-F238E27FC236}">
                  <a16:creationId xmlns:a16="http://schemas.microsoft.com/office/drawing/2014/main" id="{EBA8BC9C-5DD2-A0C7-9B36-359CC7FE792E}"/>
                </a:ext>
              </a:extLst>
            </p:cNvPr>
            <p:cNvSpPr>
              <a:spLocks/>
            </p:cNvSpPr>
            <p:nvPr/>
          </p:nvSpPr>
          <p:spPr>
            <a:xfrm>
              <a:off x="2372264" y="1885187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69" y="768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7" name="Google Shape;16385;p61">
              <a:extLst>
                <a:ext uri="{FF2B5EF4-FFF2-40B4-BE49-F238E27FC236}">
                  <a16:creationId xmlns:a16="http://schemas.microsoft.com/office/drawing/2014/main" id="{B1C6E8C1-F87C-E977-C2C5-E0B6A9314955}"/>
                </a:ext>
              </a:extLst>
            </p:cNvPr>
            <p:cNvSpPr>
              <a:spLocks/>
            </p:cNvSpPr>
            <p:nvPr/>
          </p:nvSpPr>
          <p:spPr>
            <a:xfrm>
              <a:off x="2415160" y="1885187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8" name="Google Shape;16386;p61">
              <a:extLst>
                <a:ext uri="{FF2B5EF4-FFF2-40B4-BE49-F238E27FC236}">
                  <a16:creationId xmlns:a16="http://schemas.microsoft.com/office/drawing/2014/main" id="{70E4248C-BDF2-F464-290F-85A1EC9B3E3E}"/>
                </a:ext>
              </a:extLst>
            </p:cNvPr>
            <p:cNvSpPr>
              <a:spLocks/>
            </p:cNvSpPr>
            <p:nvPr/>
          </p:nvSpPr>
          <p:spPr>
            <a:xfrm>
              <a:off x="2458951" y="1885187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9" name="Google Shape;16387;p61">
              <a:extLst>
                <a:ext uri="{FF2B5EF4-FFF2-40B4-BE49-F238E27FC236}">
                  <a16:creationId xmlns:a16="http://schemas.microsoft.com/office/drawing/2014/main" id="{5552C2FB-A42D-9B36-041C-1BD9209CD20C}"/>
                </a:ext>
              </a:extLst>
            </p:cNvPr>
            <p:cNvSpPr>
              <a:spLocks/>
            </p:cNvSpPr>
            <p:nvPr/>
          </p:nvSpPr>
          <p:spPr>
            <a:xfrm>
              <a:off x="2502741" y="1885187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68" y="768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0" name="Google Shape;16388;p61">
              <a:extLst>
                <a:ext uri="{FF2B5EF4-FFF2-40B4-BE49-F238E27FC236}">
                  <a16:creationId xmlns:a16="http://schemas.microsoft.com/office/drawing/2014/main" id="{9FA86554-3CDC-98EB-E10A-0E75C6EBC2AC}"/>
                </a:ext>
              </a:extLst>
            </p:cNvPr>
            <p:cNvSpPr>
              <a:spLocks/>
            </p:cNvSpPr>
            <p:nvPr/>
          </p:nvSpPr>
          <p:spPr>
            <a:xfrm>
              <a:off x="2545638" y="1885187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1" name="Google Shape;16389;p61">
              <a:extLst>
                <a:ext uri="{FF2B5EF4-FFF2-40B4-BE49-F238E27FC236}">
                  <a16:creationId xmlns:a16="http://schemas.microsoft.com/office/drawing/2014/main" id="{A9FE6961-DB15-DFDE-2733-B0981421AB88}"/>
                </a:ext>
              </a:extLst>
            </p:cNvPr>
            <p:cNvSpPr>
              <a:spLocks/>
            </p:cNvSpPr>
            <p:nvPr/>
          </p:nvSpPr>
          <p:spPr>
            <a:xfrm>
              <a:off x="2589372" y="1885187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69" y="768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2" name="Google Shape;16390;p61">
              <a:extLst>
                <a:ext uri="{FF2B5EF4-FFF2-40B4-BE49-F238E27FC236}">
                  <a16:creationId xmlns:a16="http://schemas.microsoft.com/office/drawing/2014/main" id="{FA1ACB72-372F-E9C9-9F96-E7593285A1C1}"/>
                </a:ext>
              </a:extLst>
            </p:cNvPr>
            <p:cNvSpPr>
              <a:spLocks/>
            </p:cNvSpPr>
            <p:nvPr/>
          </p:nvSpPr>
          <p:spPr>
            <a:xfrm>
              <a:off x="2198946" y="1928083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3" name="Google Shape;16391;p61">
              <a:extLst>
                <a:ext uri="{FF2B5EF4-FFF2-40B4-BE49-F238E27FC236}">
                  <a16:creationId xmlns:a16="http://schemas.microsoft.com/office/drawing/2014/main" id="{43A22A83-B21D-8B23-D7EF-34AAC62C095C}"/>
                </a:ext>
              </a:extLst>
            </p:cNvPr>
            <p:cNvSpPr>
              <a:spLocks/>
            </p:cNvSpPr>
            <p:nvPr/>
          </p:nvSpPr>
          <p:spPr>
            <a:xfrm>
              <a:off x="2241842" y="1928083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4" name="Google Shape;16392;p61">
              <a:extLst>
                <a:ext uri="{FF2B5EF4-FFF2-40B4-BE49-F238E27FC236}">
                  <a16:creationId xmlns:a16="http://schemas.microsoft.com/office/drawing/2014/main" id="{D49E01B4-1D0D-B7E6-DEB4-C6A1DAF84ADD}"/>
                </a:ext>
              </a:extLst>
            </p:cNvPr>
            <p:cNvSpPr>
              <a:spLocks/>
            </p:cNvSpPr>
            <p:nvPr/>
          </p:nvSpPr>
          <p:spPr>
            <a:xfrm>
              <a:off x="2285577" y="1928083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5" name="Google Shape;16393;p61">
              <a:extLst>
                <a:ext uri="{FF2B5EF4-FFF2-40B4-BE49-F238E27FC236}">
                  <a16:creationId xmlns:a16="http://schemas.microsoft.com/office/drawing/2014/main" id="{AC8C4CCB-7D3D-7779-4A7C-4988FC222B9B}"/>
                </a:ext>
              </a:extLst>
            </p:cNvPr>
            <p:cNvSpPr>
              <a:spLocks/>
            </p:cNvSpPr>
            <p:nvPr/>
          </p:nvSpPr>
          <p:spPr>
            <a:xfrm>
              <a:off x="2328474" y="1928083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6" name="Google Shape;16394;p61">
              <a:extLst>
                <a:ext uri="{FF2B5EF4-FFF2-40B4-BE49-F238E27FC236}">
                  <a16:creationId xmlns:a16="http://schemas.microsoft.com/office/drawing/2014/main" id="{AAEFA701-DE86-F224-A8E2-D8C4FA1B223D}"/>
                </a:ext>
              </a:extLst>
            </p:cNvPr>
            <p:cNvSpPr>
              <a:spLocks/>
            </p:cNvSpPr>
            <p:nvPr/>
          </p:nvSpPr>
          <p:spPr>
            <a:xfrm>
              <a:off x="2372264" y="1928083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7" name="Google Shape;16395;p61">
              <a:extLst>
                <a:ext uri="{FF2B5EF4-FFF2-40B4-BE49-F238E27FC236}">
                  <a16:creationId xmlns:a16="http://schemas.microsoft.com/office/drawing/2014/main" id="{4EBB63B0-15C7-46C6-AAB7-0CA2E65325D4}"/>
                </a:ext>
              </a:extLst>
            </p:cNvPr>
            <p:cNvSpPr>
              <a:spLocks/>
            </p:cNvSpPr>
            <p:nvPr/>
          </p:nvSpPr>
          <p:spPr>
            <a:xfrm>
              <a:off x="2415160" y="1928083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8" name="Google Shape;16396;p61">
              <a:extLst>
                <a:ext uri="{FF2B5EF4-FFF2-40B4-BE49-F238E27FC236}">
                  <a16:creationId xmlns:a16="http://schemas.microsoft.com/office/drawing/2014/main" id="{1FE6433E-7C7D-8974-80C5-C7A57AF9D947}"/>
                </a:ext>
              </a:extLst>
            </p:cNvPr>
            <p:cNvSpPr>
              <a:spLocks/>
            </p:cNvSpPr>
            <p:nvPr/>
          </p:nvSpPr>
          <p:spPr>
            <a:xfrm>
              <a:off x="2458951" y="1928083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9" name="Google Shape;16397;p61">
              <a:extLst>
                <a:ext uri="{FF2B5EF4-FFF2-40B4-BE49-F238E27FC236}">
                  <a16:creationId xmlns:a16="http://schemas.microsoft.com/office/drawing/2014/main" id="{E9D26008-D343-52DF-65B6-60019CE12748}"/>
                </a:ext>
              </a:extLst>
            </p:cNvPr>
            <p:cNvSpPr>
              <a:spLocks/>
            </p:cNvSpPr>
            <p:nvPr/>
          </p:nvSpPr>
          <p:spPr>
            <a:xfrm>
              <a:off x="2502741" y="1928083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0" name="Google Shape;16398;p61">
              <a:extLst>
                <a:ext uri="{FF2B5EF4-FFF2-40B4-BE49-F238E27FC236}">
                  <a16:creationId xmlns:a16="http://schemas.microsoft.com/office/drawing/2014/main" id="{69A1C089-BB8F-E3E4-BE3E-61F50AF339DE}"/>
                </a:ext>
              </a:extLst>
            </p:cNvPr>
            <p:cNvSpPr>
              <a:spLocks/>
            </p:cNvSpPr>
            <p:nvPr/>
          </p:nvSpPr>
          <p:spPr>
            <a:xfrm>
              <a:off x="2545638" y="1928083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1" name="Google Shape;16399;p61">
              <a:extLst>
                <a:ext uri="{FF2B5EF4-FFF2-40B4-BE49-F238E27FC236}">
                  <a16:creationId xmlns:a16="http://schemas.microsoft.com/office/drawing/2014/main" id="{F11D3E0F-D026-A734-A893-F87FD25BE825}"/>
                </a:ext>
              </a:extLst>
            </p:cNvPr>
            <p:cNvSpPr>
              <a:spLocks/>
            </p:cNvSpPr>
            <p:nvPr/>
          </p:nvSpPr>
          <p:spPr>
            <a:xfrm>
              <a:off x="2589372" y="1928083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2" name="Google Shape;16400;p61">
              <a:extLst>
                <a:ext uri="{FF2B5EF4-FFF2-40B4-BE49-F238E27FC236}">
                  <a16:creationId xmlns:a16="http://schemas.microsoft.com/office/drawing/2014/main" id="{6B8E1E02-E70A-6E79-6BB2-DEE6C9A35B16}"/>
                </a:ext>
              </a:extLst>
            </p:cNvPr>
            <p:cNvSpPr>
              <a:spLocks/>
            </p:cNvSpPr>
            <p:nvPr/>
          </p:nvSpPr>
          <p:spPr>
            <a:xfrm>
              <a:off x="2198946" y="1971874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68" y="768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3" name="Google Shape;16401;p61">
              <a:extLst>
                <a:ext uri="{FF2B5EF4-FFF2-40B4-BE49-F238E27FC236}">
                  <a16:creationId xmlns:a16="http://schemas.microsoft.com/office/drawing/2014/main" id="{E25F2307-BF06-85F7-82D4-4FD9F9D42660}"/>
                </a:ext>
              </a:extLst>
            </p:cNvPr>
            <p:cNvSpPr>
              <a:spLocks/>
            </p:cNvSpPr>
            <p:nvPr/>
          </p:nvSpPr>
          <p:spPr>
            <a:xfrm>
              <a:off x="2241842" y="1971874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4" name="Google Shape;16402;p61">
              <a:extLst>
                <a:ext uri="{FF2B5EF4-FFF2-40B4-BE49-F238E27FC236}">
                  <a16:creationId xmlns:a16="http://schemas.microsoft.com/office/drawing/2014/main" id="{9AD4CF6B-6F02-850C-85F3-099297477A98}"/>
                </a:ext>
              </a:extLst>
            </p:cNvPr>
            <p:cNvSpPr>
              <a:spLocks/>
            </p:cNvSpPr>
            <p:nvPr/>
          </p:nvSpPr>
          <p:spPr>
            <a:xfrm>
              <a:off x="2285577" y="1971874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69" y="768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5" name="Google Shape;16403;p61">
              <a:extLst>
                <a:ext uri="{FF2B5EF4-FFF2-40B4-BE49-F238E27FC236}">
                  <a16:creationId xmlns:a16="http://schemas.microsoft.com/office/drawing/2014/main" id="{F86BA5BD-A7B7-8254-09C8-C85769943673}"/>
                </a:ext>
              </a:extLst>
            </p:cNvPr>
            <p:cNvSpPr>
              <a:spLocks/>
            </p:cNvSpPr>
            <p:nvPr/>
          </p:nvSpPr>
          <p:spPr>
            <a:xfrm>
              <a:off x="2328474" y="1971874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85" y="768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6" name="Google Shape;16404;p61">
              <a:extLst>
                <a:ext uri="{FF2B5EF4-FFF2-40B4-BE49-F238E27FC236}">
                  <a16:creationId xmlns:a16="http://schemas.microsoft.com/office/drawing/2014/main" id="{EC53757F-E695-2C33-C4F6-427BC88DE0CB}"/>
                </a:ext>
              </a:extLst>
            </p:cNvPr>
            <p:cNvSpPr>
              <a:spLocks/>
            </p:cNvSpPr>
            <p:nvPr/>
          </p:nvSpPr>
          <p:spPr>
            <a:xfrm>
              <a:off x="2372264" y="1971874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69" y="768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7" name="Google Shape;16405;p61">
              <a:extLst>
                <a:ext uri="{FF2B5EF4-FFF2-40B4-BE49-F238E27FC236}">
                  <a16:creationId xmlns:a16="http://schemas.microsoft.com/office/drawing/2014/main" id="{B496BE51-B584-FD6A-837E-6E38350455F4}"/>
                </a:ext>
              </a:extLst>
            </p:cNvPr>
            <p:cNvSpPr>
              <a:spLocks/>
            </p:cNvSpPr>
            <p:nvPr/>
          </p:nvSpPr>
          <p:spPr>
            <a:xfrm>
              <a:off x="2415160" y="1971874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8" name="Google Shape;16406;p61">
              <a:extLst>
                <a:ext uri="{FF2B5EF4-FFF2-40B4-BE49-F238E27FC236}">
                  <a16:creationId xmlns:a16="http://schemas.microsoft.com/office/drawing/2014/main" id="{5AAD4196-9AEE-137A-6AB5-5D4A84935588}"/>
                </a:ext>
              </a:extLst>
            </p:cNvPr>
            <p:cNvSpPr>
              <a:spLocks/>
            </p:cNvSpPr>
            <p:nvPr/>
          </p:nvSpPr>
          <p:spPr>
            <a:xfrm>
              <a:off x="2458951" y="1971874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9" name="Google Shape;16407;p61">
              <a:extLst>
                <a:ext uri="{FF2B5EF4-FFF2-40B4-BE49-F238E27FC236}">
                  <a16:creationId xmlns:a16="http://schemas.microsoft.com/office/drawing/2014/main" id="{C2BDDE72-080C-69AB-44E4-146E4FDDBF93}"/>
                </a:ext>
              </a:extLst>
            </p:cNvPr>
            <p:cNvSpPr>
              <a:spLocks/>
            </p:cNvSpPr>
            <p:nvPr/>
          </p:nvSpPr>
          <p:spPr>
            <a:xfrm>
              <a:off x="2502741" y="1971874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68" y="768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0" name="Google Shape;16408;p61">
              <a:extLst>
                <a:ext uri="{FF2B5EF4-FFF2-40B4-BE49-F238E27FC236}">
                  <a16:creationId xmlns:a16="http://schemas.microsoft.com/office/drawing/2014/main" id="{E37AF0B1-BD62-B4CF-8A6A-A21EB137198B}"/>
                </a:ext>
              </a:extLst>
            </p:cNvPr>
            <p:cNvSpPr>
              <a:spLocks/>
            </p:cNvSpPr>
            <p:nvPr/>
          </p:nvSpPr>
          <p:spPr>
            <a:xfrm>
              <a:off x="2545638" y="1971874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1" name="Google Shape;16409;p61">
              <a:extLst>
                <a:ext uri="{FF2B5EF4-FFF2-40B4-BE49-F238E27FC236}">
                  <a16:creationId xmlns:a16="http://schemas.microsoft.com/office/drawing/2014/main" id="{2A71BCF0-24C5-CF2C-3C90-8C2F18C9717D}"/>
                </a:ext>
              </a:extLst>
            </p:cNvPr>
            <p:cNvSpPr>
              <a:spLocks/>
            </p:cNvSpPr>
            <p:nvPr/>
          </p:nvSpPr>
          <p:spPr>
            <a:xfrm>
              <a:off x="2589372" y="1971874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69" y="768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2" name="Google Shape;16410;p61">
              <a:extLst>
                <a:ext uri="{FF2B5EF4-FFF2-40B4-BE49-F238E27FC236}">
                  <a16:creationId xmlns:a16="http://schemas.microsoft.com/office/drawing/2014/main" id="{07368CC9-5941-C4F9-A38C-B16EA88DFF04}"/>
                </a:ext>
              </a:extLst>
            </p:cNvPr>
            <p:cNvSpPr>
              <a:spLocks/>
            </p:cNvSpPr>
            <p:nvPr/>
          </p:nvSpPr>
          <p:spPr>
            <a:xfrm>
              <a:off x="2198946" y="2014770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3" name="Google Shape;16411;p61">
              <a:extLst>
                <a:ext uri="{FF2B5EF4-FFF2-40B4-BE49-F238E27FC236}">
                  <a16:creationId xmlns:a16="http://schemas.microsoft.com/office/drawing/2014/main" id="{2A83D226-D597-F4C8-F7EE-84F5512575FF}"/>
                </a:ext>
              </a:extLst>
            </p:cNvPr>
            <p:cNvSpPr>
              <a:spLocks/>
            </p:cNvSpPr>
            <p:nvPr/>
          </p:nvSpPr>
          <p:spPr>
            <a:xfrm>
              <a:off x="2241842" y="2014770"/>
              <a:ext cx="43790" cy="43790"/>
            </a:xfrm>
            <a:custGeom>
              <a:avLst/>
              <a:gdLst/>
              <a:ahLst/>
              <a:cxnLst/>
              <a:rect l="l" t="t" r="r" b="b"/>
              <a:pathLst>
                <a:path w="784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4" name="Google Shape;16412;p61">
              <a:extLst>
                <a:ext uri="{FF2B5EF4-FFF2-40B4-BE49-F238E27FC236}">
                  <a16:creationId xmlns:a16="http://schemas.microsoft.com/office/drawing/2014/main" id="{7EE43D38-76BF-6D98-526B-755AC7287C26}"/>
                </a:ext>
              </a:extLst>
            </p:cNvPr>
            <p:cNvSpPr>
              <a:spLocks/>
            </p:cNvSpPr>
            <p:nvPr/>
          </p:nvSpPr>
          <p:spPr>
            <a:xfrm>
              <a:off x="2285577" y="2014770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5" name="Google Shape;16413;p61">
              <a:extLst>
                <a:ext uri="{FF2B5EF4-FFF2-40B4-BE49-F238E27FC236}">
                  <a16:creationId xmlns:a16="http://schemas.microsoft.com/office/drawing/2014/main" id="{60741850-DB7A-6ED3-6546-7D4748CBD724}"/>
                </a:ext>
              </a:extLst>
            </p:cNvPr>
            <p:cNvSpPr>
              <a:spLocks/>
            </p:cNvSpPr>
            <p:nvPr/>
          </p:nvSpPr>
          <p:spPr>
            <a:xfrm>
              <a:off x="2328474" y="2014770"/>
              <a:ext cx="43846" cy="4379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6" name="Google Shape;16414;p61">
              <a:extLst>
                <a:ext uri="{FF2B5EF4-FFF2-40B4-BE49-F238E27FC236}">
                  <a16:creationId xmlns:a16="http://schemas.microsoft.com/office/drawing/2014/main" id="{5F6C4ED3-F0EF-F9B7-45AE-39BF94BBBB5D}"/>
                </a:ext>
              </a:extLst>
            </p:cNvPr>
            <p:cNvSpPr>
              <a:spLocks/>
            </p:cNvSpPr>
            <p:nvPr/>
          </p:nvSpPr>
          <p:spPr>
            <a:xfrm>
              <a:off x="2372264" y="2014770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7" name="Google Shape;16415;p61">
              <a:extLst>
                <a:ext uri="{FF2B5EF4-FFF2-40B4-BE49-F238E27FC236}">
                  <a16:creationId xmlns:a16="http://schemas.microsoft.com/office/drawing/2014/main" id="{D306A08C-850F-3DB0-E8B6-258DE7CA4393}"/>
                </a:ext>
              </a:extLst>
            </p:cNvPr>
            <p:cNvSpPr>
              <a:spLocks/>
            </p:cNvSpPr>
            <p:nvPr/>
          </p:nvSpPr>
          <p:spPr>
            <a:xfrm>
              <a:off x="2415160" y="2014770"/>
              <a:ext cx="43846" cy="4379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8" name="Google Shape;16416;p61">
              <a:extLst>
                <a:ext uri="{FF2B5EF4-FFF2-40B4-BE49-F238E27FC236}">
                  <a16:creationId xmlns:a16="http://schemas.microsoft.com/office/drawing/2014/main" id="{431A8FB0-B60F-AB68-E69A-B4B06760F835}"/>
                </a:ext>
              </a:extLst>
            </p:cNvPr>
            <p:cNvSpPr>
              <a:spLocks/>
            </p:cNvSpPr>
            <p:nvPr/>
          </p:nvSpPr>
          <p:spPr>
            <a:xfrm>
              <a:off x="2458951" y="2014770"/>
              <a:ext cx="43846" cy="4379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9" name="Google Shape;16417;p61">
              <a:extLst>
                <a:ext uri="{FF2B5EF4-FFF2-40B4-BE49-F238E27FC236}">
                  <a16:creationId xmlns:a16="http://schemas.microsoft.com/office/drawing/2014/main" id="{554CAC4B-7F88-BAB0-E6F3-12B3B1ECD1A7}"/>
                </a:ext>
              </a:extLst>
            </p:cNvPr>
            <p:cNvSpPr>
              <a:spLocks/>
            </p:cNvSpPr>
            <p:nvPr/>
          </p:nvSpPr>
          <p:spPr>
            <a:xfrm>
              <a:off x="2502741" y="2014770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0" name="Google Shape;16418;p61">
              <a:extLst>
                <a:ext uri="{FF2B5EF4-FFF2-40B4-BE49-F238E27FC236}">
                  <a16:creationId xmlns:a16="http://schemas.microsoft.com/office/drawing/2014/main" id="{C16B8C4E-23F4-520F-6E97-44AF470DC163}"/>
                </a:ext>
              </a:extLst>
            </p:cNvPr>
            <p:cNvSpPr>
              <a:spLocks/>
            </p:cNvSpPr>
            <p:nvPr/>
          </p:nvSpPr>
          <p:spPr>
            <a:xfrm>
              <a:off x="2545638" y="2014770"/>
              <a:ext cx="43790" cy="43790"/>
            </a:xfrm>
            <a:custGeom>
              <a:avLst/>
              <a:gdLst/>
              <a:ahLst/>
              <a:cxnLst/>
              <a:rect l="l" t="t" r="r" b="b"/>
              <a:pathLst>
                <a:path w="784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1" name="Google Shape;16419;p61">
              <a:extLst>
                <a:ext uri="{FF2B5EF4-FFF2-40B4-BE49-F238E27FC236}">
                  <a16:creationId xmlns:a16="http://schemas.microsoft.com/office/drawing/2014/main" id="{4288482D-D0AD-B09E-C2FF-4C4F3F839E95}"/>
                </a:ext>
              </a:extLst>
            </p:cNvPr>
            <p:cNvSpPr>
              <a:spLocks/>
            </p:cNvSpPr>
            <p:nvPr/>
          </p:nvSpPr>
          <p:spPr>
            <a:xfrm>
              <a:off x="2589372" y="2014770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2" name="Google Shape;16420;p61">
              <a:extLst>
                <a:ext uri="{FF2B5EF4-FFF2-40B4-BE49-F238E27FC236}">
                  <a16:creationId xmlns:a16="http://schemas.microsoft.com/office/drawing/2014/main" id="{945BAC79-7724-22A7-D9F0-ED34D34D2E1D}"/>
                </a:ext>
              </a:extLst>
            </p:cNvPr>
            <p:cNvSpPr>
              <a:spLocks/>
            </p:cNvSpPr>
            <p:nvPr/>
          </p:nvSpPr>
          <p:spPr>
            <a:xfrm>
              <a:off x="2198946" y="2058505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68" y="76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3" name="Google Shape;16421;p61">
              <a:extLst>
                <a:ext uri="{FF2B5EF4-FFF2-40B4-BE49-F238E27FC236}">
                  <a16:creationId xmlns:a16="http://schemas.microsoft.com/office/drawing/2014/main" id="{B53A0FE3-6B0A-DACC-06F0-1DF2675778C8}"/>
                </a:ext>
              </a:extLst>
            </p:cNvPr>
            <p:cNvSpPr>
              <a:spLocks/>
            </p:cNvSpPr>
            <p:nvPr/>
          </p:nvSpPr>
          <p:spPr>
            <a:xfrm>
              <a:off x="2241842" y="2058505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4" name="Google Shape;16422;p61">
              <a:extLst>
                <a:ext uri="{FF2B5EF4-FFF2-40B4-BE49-F238E27FC236}">
                  <a16:creationId xmlns:a16="http://schemas.microsoft.com/office/drawing/2014/main" id="{E5FB171C-557A-BF2F-63AC-80001C661916}"/>
                </a:ext>
              </a:extLst>
            </p:cNvPr>
            <p:cNvSpPr>
              <a:spLocks/>
            </p:cNvSpPr>
            <p:nvPr/>
          </p:nvSpPr>
          <p:spPr>
            <a:xfrm>
              <a:off x="2285577" y="2058505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5" name="Google Shape;16423;p61">
              <a:extLst>
                <a:ext uri="{FF2B5EF4-FFF2-40B4-BE49-F238E27FC236}">
                  <a16:creationId xmlns:a16="http://schemas.microsoft.com/office/drawing/2014/main" id="{680B8F5F-8AE0-97CD-205C-F9AAC63EBBCC}"/>
                </a:ext>
              </a:extLst>
            </p:cNvPr>
            <p:cNvSpPr>
              <a:spLocks/>
            </p:cNvSpPr>
            <p:nvPr/>
          </p:nvSpPr>
          <p:spPr>
            <a:xfrm>
              <a:off x="2328474" y="2058505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5" y="769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6" name="Google Shape;16424;p61">
              <a:extLst>
                <a:ext uri="{FF2B5EF4-FFF2-40B4-BE49-F238E27FC236}">
                  <a16:creationId xmlns:a16="http://schemas.microsoft.com/office/drawing/2014/main" id="{C66932E6-4CD0-08A2-D5DB-7FB52E11670D}"/>
                </a:ext>
              </a:extLst>
            </p:cNvPr>
            <p:cNvSpPr>
              <a:spLocks/>
            </p:cNvSpPr>
            <p:nvPr/>
          </p:nvSpPr>
          <p:spPr>
            <a:xfrm>
              <a:off x="2372264" y="2058505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7" name="Google Shape;16425;p61">
              <a:extLst>
                <a:ext uri="{FF2B5EF4-FFF2-40B4-BE49-F238E27FC236}">
                  <a16:creationId xmlns:a16="http://schemas.microsoft.com/office/drawing/2014/main" id="{9D315C43-8832-543A-C825-D1EE50DFEFD9}"/>
                </a:ext>
              </a:extLst>
            </p:cNvPr>
            <p:cNvSpPr>
              <a:spLocks/>
            </p:cNvSpPr>
            <p:nvPr/>
          </p:nvSpPr>
          <p:spPr>
            <a:xfrm>
              <a:off x="2415160" y="2058505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8" name="Google Shape;16426;p61">
              <a:extLst>
                <a:ext uri="{FF2B5EF4-FFF2-40B4-BE49-F238E27FC236}">
                  <a16:creationId xmlns:a16="http://schemas.microsoft.com/office/drawing/2014/main" id="{D271ABBE-3E52-6362-E98B-84954CBE91FB}"/>
                </a:ext>
              </a:extLst>
            </p:cNvPr>
            <p:cNvSpPr>
              <a:spLocks/>
            </p:cNvSpPr>
            <p:nvPr/>
          </p:nvSpPr>
          <p:spPr>
            <a:xfrm>
              <a:off x="2458951" y="2058505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9" name="Google Shape;16427;p61">
              <a:extLst>
                <a:ext uri="{FF2B5EF4-FFF2-40B4-BE49-F238E27FC236}">
                  <a16:creationId xmlns:a16="http://schemas.microsoft.com/office/drawing/2014/main" id="{93AE05B0-216F-818A-5181-808CED31658F}"/>
                </a:ext>
              </a:extLst>
            </p:cNvPr>
            <p:cNvSpPr>
              <a:spLocks/>
            </p:cNvSpPr>
            <p:nvPr/>
          </p:nvSpPr>
          <p:spPr>
            <a:xfrm>
              <a:off x="2502741" y="2058505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68" y="76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0" name="Google Shape;16428;p61">
              <a:extLst>
                <a:ext uri="{FF2B5EF4-FFF2-40B4-BE49-F238E27FC236}">
                  <a16:creationId xmlns:a16="http://schemas.microsoft.com/office/drawing/2014/main" id="{BF9115C0-CB94-7EC8-46F6-69A3AAD27E08}"/>
                </a:ext>
              </a:extLst>
            </p:cNvPr>
            <p:cNvSpPr>
              <a:spLocks/>
            </p:cNvSpPr>
            <p:nvPr/>
          </p:nvSpPr>
          <p:spPr>
            <a:xfrm>
              <a:off x="2545638" y="2058505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1" name="Google Shape;16429;p61">
              <a:extLst>
                <a:ext uri="{FF2B5EF4-FFF2-40B4-BE49-F238E27FC236}">
                  <a16:creationId xmlns:a16="http://schemas.microsoft.com/office/drawing/2014/main" id="{A1FFC4EB-EE19-211F-D6A0-97036263F0B1}"/>
                </a:ext>
              </a:extLst>
            </p:cNvPr>
            <p:cNvSpPr>
              <a:spLocks/>
            </p:cNvSpPr>
            <p:nvPr/>
          </p:nvSpPr>
          <p:spPr>
            <a:xfrm>
              <a:off x="2589372" y="2058505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2" name="Google Shape;16430;p61">
              <a:extLst>
                <a:ext uri="{FF2B5EF4-FFF2-40B4-BE49-F238E27FC236}">
                  <a16:creationId xmlns:a16="http://schemas.microsoft.com/office/drawing/2014/main" id="{310210B5-9127-D903-83C9-708EE938DE0A}"/>
                </a:ext>
              </a:extLst>
            </p:cNvPr>
            <p:cNvSpPr>
              <a:spLocks/>
            </p:cNvSpPr>
            <p:nvPr/>
          </p:nvSpPr>
          <p:spPr>
            <a:xfrm>
              <a:off x="2198946" y="2101401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68" y="785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3" name="Google Shape;16431;p61">
              <a:extLst>
                <a:ext uri="{FF2B5EF4-FFF2-40B4-BE49-F238E27FC236}">
                  <a16:creationId xmlns:a16="http://schemas.microsoft.com/office/drawing/2014/main" id="{1C6B0E8B-67BF-803D-0F0C-74A3349FDC67}"/>
                </a:ext>
              </a:extLst>
            </p:cNvPr>
            <p:cNvSpPr>
              <a:spLocks/>
            </p:cNvSpPr>
            <p:nvPr/>
          </p:nvSpPr>
          <p:spPr>
            <a:xfrm>
              <a:off x="2241842" y="2101401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4" name="Google Shape;16432;p61">
              <a:extLst>
                <a:ext uri="{FF2B5EF4-FFF2-40B4-BE49-F238E27FC236}">
                  <a16:creationId xmlns:a16="http://schemas.microsoft.com/office/drawing/2014/main" id="{57252F0E-F4D6-4397-AB70-729F355BADBA}"/>
                </a:ext>
              </a:extLst>
            </p:cNvPr>
            <p:cNvSpPr>
              <a:spLocks/>
            </p:cNvSpPr>
            <p:nvPr/>
          </p:nvSpPr>
          <p:spPr>
            <a:xfrm>
              <a:off x="2285577" y="2101401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69" y="78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5" name="Google Shape;16433;p61">
              <a:extLst>
                <a:ext uri="{FF2B5EF4-FFF2-40B4-BE49-F238E27FC236}">
                  <a16:creationId xmlns:a16="http://schemas.microsoft.com/office/drawing/2014/main" id="{1CBE563C-0EF7-8568-7F2B-862EE7F09E7D}"/>
                </a:ext>
              </a:extLst>
            </p:cNvPr>
            <p:cNvSpPr>
              <a:spLocks/>
            </p:cNvSpPr>
            <p:nvPr/>
          </p:nvSpPr>
          <p:spPr>
            <a:xfrm>
              <a:off x="2328474" y="2101401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5" y="785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6" name="Google Shape;16434;p61">
              <a:extLst>
                <a:ext uri="{FF2B5EF4-FFF2-40B4-BE49-F238E27FC236}">
                  <a16:creationId xmlns:a16="http://schemas.microsoft.com/office/drawing/2014/main" id="{97D59F56-F551-1558-694B-B60BD6F3083B}"/>
                </a:ext>
              </a:extLst>
            </p:cNvPr>
            <p:cNvSpPr>
              <a:spLocks/>
            </p:cNvSpPr>
            <p:nvPr/>
          </p:nvSpPr>
          <p:spPr>
            <a:xfrm>
              <a:off x="2372264" y="2101401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69" y="78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7" name="Google Shape;16435;p61">
              <a:extLst>
                <a:ext uri="{FF2B5EF4-FFF2-40B4-BE49-F238E27FC236}">
                  <a16:creationId xmlns:a16="http://schemas.microsoft.com/office/drawing/2014/main" id="{DA67A3EE-0CC6-5A5E-D706-6B00E0B91FBA}"/>
                </a:ext>
              </a:extLst>
            </p:cNvPr>
            <p:cNvSpPr>
              <a:spLocks/>
            </p:cNvSpPr>
            <p:nvPr/>
          </p:nvSpPr>
          <p:spPr>
            <a:xfrm>
              <a:off x="2415160" y="2101401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8" name="Google Shape;16436;p61">
              <a:extLst>
                <a:ext uri="{FF2B5EF4-FFF2-40B4-BE49-F238E27FC236}">
                  <a16:creationId xmlns:a16="http://schemas.microsoft.com/office/drawing/2014/main" id="{086DF8E7-062A-2A95-D4D6-51589F7BB58E}"/>
                </a:ext>
              </a:extLst>
            </p:cNvPr>
            <p:cNvSpPr>
              <a:spLocks/>
            </p:cNvSpPr>
            <p:nvPr/>
          </p:nvSpPr>
          <p:spPr>
            <a:xfrm>
              <a:off x="2458951" y="2101401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9" name="Google Shape;16437;p61">
              <a:extLst>
                <a:ext uri="{FF2B5EF4-FFF2-40B4-BE49-F238E27FC236}">
                  <a16:creationId xmlns:a16="http://schemas.microsoft.com/office/drawing/2014/main" id="{F053100E-01DB-D672-DDD8-F3AE06DD8753}"/>
                </a:ext>
              </a:extLst>
            </p:cNvPr>
            <p:cNvSpPr>
              <a:spLocks/>
            </p:cNvSpPr>
            <p:nvPr/>
          </p:nvSpPr>
          <p:spPr>
            <a:xfrm>
              <a:off x="2502741" y="2101401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68" y="785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0" name="Google Shape;16438;p61">
              <a:extLst>
                <a:ext uri="{FF2B5EF4-FFF2-40B4-BE49-F238E27FC236}">
                  <a16:creationId xmlns:a16="http://schemas.microsoft.com/office/drawing/2014/main" id="{D19CAFA8-5707-4223-D4B2-AE7240D1F4C9}"/>
                </a:ext>
              </a:extLst>
            </p:cNvPr>
            <p:cNvSpPr>
              <a:spLocks/>
            </p:cNvSpPr>
            <p:nvPr/>
          </p:nvSpPr>
          <p:spPr>
            <a:xfrm>
              <a:off x="2545638" y="2101401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1" name="Google Shape;16439;p61">
              <a:extLst>
                <a:ext uri="{FF2B5EF4-FFF2-40B4-BE49-F238E27FC236}">
                  <a16:creationId xmlns:a16="http://schemas.microsoft.com/office/drawing/2014/main" id="{738FFE77-6208-9193-6DC6-1A1AD1634B23}"/>
                </a:ext>
              </a:extLst>
            </p:cNvPr>
            <p:cNvSpPr>
              <a:spLocks/>
            </p:cNvSpPr>
            <p:nvPr/>
          </p:nvSpPr>
          <p:spPr>
            <a:xfrm>
              <a:off x="2589372" y="2101401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69" y="78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2" name="Google Shape;16440;p61">
              <a:extLst>
                <a:ext uri="{FF2B5EF4-FFF2-40B4-BE49-F238E27FC236}">
                  <a16:creationId xmlns:a16="http://schemas.microsoft.com/office/drawing/2014/main" id="{75B51219-4119-B196-3BEB-6D7A8003913B}"/>
                </a:ext>
              </a:extLst>
            </p:cNvPr>
            <p:cNvSpPr>
              <a:spLocks/>
            </p:cNvSpPr>
            <p:nvPr/>
          </p:nvSpPr>
          <p:spPr>
            <a:xfrm>
              <a:off x="2198946" y="2145192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68" y="76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3" name="Google Shape;16441;p61">
              <a:extLst>
                <a:ext uri="{FF2B5EF4-FFF2-40B4-BE49-F238E27FC236}">
                  <a16:creationId xmlns:a16="http://schemas.microsoft.com/office/drawing/2014/main" id="{13930B30-3BC9-CE86-7AD6-C5F7ED489C2F}"/>
                </a:ext>
              </a:extLst>
            </p:cNvPr>
            <p:cNvSpPr>
              <a:spLocks/>
            </p:cNvSpPr>
            <p:nvPr/>
          </p:nvSpPr>
          <p:spPr>
            <a:xfrm>
              <a:off x="2241842" y="2145192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4" name="Google Shape;16442;p61">
              <a:extLst>
                <a:ext uri="{FF2B5EF4-FFF2-40B4-BE49-F238E27FC236}">
                  <a16:creationId xmlns:a16="http://schemas.microsoft.com/office/drawing/2014/main" id="{CB92D12F-2BE6-E7EA-27F7-2FBF4DD7928F}"/>
                </a:ext>
              </a:extLst>
            </p:cNvPr>
            <p:cNvSpPr>
              <a:spLocks/>
            </p:cNvSpPr>
            <p:nvPr/>
          </p:nvSpPr>
          <p:spPr>
            <a:xfrm>
              <a:off x="2285577" y="2145192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5" name="Google Shape;16443;p61">
              <a:extLst>
                <a:ext uri="{FF2B5EF4-FFF2-40B4-BE49-F238E27FC236}">
                  <a16:creationId xmlns:a16="http://schemas.microsoft.com/office/drawing/2014/main" id="{4656F19D-F546-0202-2634-DCBE736768B4}"/>
                </a:ext>
              </a:extLst>
            </p:cNvPr>
            <p:cNvSpPr>
              <a:spLocks/>
            </p:cNvSpPr>
            <p:nvPr/>
          </p:nvSpPr>
          <p:spPr>
            <a:xfrm>
              <a:off x="2328474" y="2145192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5" y="769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6" name="Google Shape;16444;p61">
              <a:extLst>
                <a:ext uri="{FF2B5EF4-FFF2-40B4-BE49-F238E27FC236}">
                  <a16:creationId xmlns:a16="http://schemas.microsoft.com/office/drawing/2014/main" id="{CE9B2C36-D241-40C8-5556-425B5A557BDF}"/>
                </a:ext>
              </a:extLst>
            </p:cNvPr>
            <p:cNvSpPr>
              <a:spLocks/>
            </p:cNvSpPr>
            <p:nvPr/>
          </p:nvSpPr>
          <p:spPr>
            <a:xfrm>
              <a:off x="2372264" y="2145192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7" name="Google Shape;16445;p61">
              <a:extLst>
                <a:ext uri="{FF2B5EF4-FFF2-40B4-BE49-F238E27FC236}">
                  <a16:creationId xmlns:a16="http://schemas.microsoft.com/office/drawing/2014/main" id="{96F48182-6A8A-D3D1-79C1-543CD7AE640C}"/>
                </a:ext>
              </a:extLst>
            </p:cNvPr>
            <p:cNvSpPr>
              <a:spLocks/>
            </p:cNvSpPr>
            <p:nvPr/>
          </p:nvSpPr>
          <p:spPr>
            <a:xfrm>
              <a:off x="2415160" y="2145192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8" name="Google Shape;16446;p61">
              <a:extLst>
                <a:ext uri="{FF2B5EF4-FFF2-40B4-BE49-F238E27FC236}">
                  <a16:creationId xmlns:a16="http://schemas.microsoft.com/office/drawing/2014/main" id="{EC45BB89-8CB7-0F26-907C-15D768049E66}"/>
                </a:ext>
              </a:extLst>
            </p:cNvPr>
            <p:cNvSpPr>
              <a:spLocks/>
            </p:cNvSpPr>
            <p:nvPr/>
          </p:nvSpPr>
          <p:spPr>
            <a:xfrm>
              <a:off x="2458951" y="2145192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9" name="Google Shape;16447;p61">
              <a:extLst>
                <a:ext uri="{FF2B5EF4-FFF2-40B4-BE49-F238E27FC236}">
                  <a16:creationId xmlns:a16="http://schemas.microsoft.com/office/drawing/2014/main" id="{893CC779-0A95-0928-D592-12658A665FF1}"/>
                </a:ext>
              </a:extLst>
            </p:cNvPr>
            <p:cNvSpPr>
              <a:spLocks/>
            </p:cNvSpPr>
            <p:nvPr/>
          </p:nvSpPr>
          <p:spPr>
            <a:xfrm>
              <a:off x="2502741" y="2145192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68" y="76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0" name="Google Shape;16448;p61">
              <a:extLst>
                <a:ext uri="{FF2B5EF4-FFF2-40B4-BE49-F238E27FC236}">
                  <a16:creationId xmlns:a16="http://schemas.microsoft.com/office/drawing/2014/main" id="{5A7254F2-D8A2-8F77-7298-9E163BA13231}"/>
                </a:ext>
              </a:extLst>
            </p:cNvPr>
            <p:cNvSpPr>
              <a:spLocks/>
            </p:cNvSpPr>
            <p:nvPr/>
          </p:nvSpPr>
          <p:spPr>
            <a:xfrm>
              <a:off x="2545638" y="2145192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1" name="Google Shape;16449;p61">
              <a:extLst>
                <a:ext uri="{FF2B5EF4-FFF2-40B4-BE49-F238E27FC236}">
                  <a16:creationId xmlns:a16="http://schemas.microsoft.com/office/drawing/2014/main" id="{70776908-206E-1A62-98F9-94E106C8F84E}"/>
                </a:ext>
              </a:extLst>
            </p:cNvPr>
            <p:cNvSpPr>
              <a:spLocks/>
            </p:cNvSpPr>
            <p:nvPr/>
          </p:nvSpPr>
          <p:spPr>
            <a:xfrm>
              <a:off x="2589372" y="2145192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69" y="769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2" name="Google Shape;16450;p61">
              <a:extLst>
                <a:ext uri="{FF2B5EF4-FFF2-40B4-BE49-F238E27FC236}">
                  <a16:creationId xmlns:a16="http://schemas.microsoft.com/office/drawing/2014/main" id="{119E608F-965D-2DDD-C75A-88817C4ED11E}"/>
                </a:ext>
              </a:extLst>
            </p:cNvPr>
            <p:cNvSpPr>
              <a:spLocks/>
            </p:cNvSpPr>
            <p:nvPr/>
          </p:nvSpPr>
          <p:spPr>
            <a:xfrm>
              <a:off x="2198946" y="2188088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3" name="Google Shape;16451;p61">
              <a:extLst>
                <a:ext uri="{FF2B5EF4-FFF2-40B4-BE49-F238E27FC236}">
                  <a16:creationId xmlns:a16="http://schemas.microsoft.com/office/drawing/2014/main" id="{445B91B3-CAB3-61C2-FC88-32C0DBE29964}"/>
                </a:ext>
              </a:extLst>
            </p:cNvPr>
            <p:cNvSpPr>
              <a:spLocks/>
            </p:cNvSpPr>
            <p:nvPr/>
          </p:nvSpPr>
          <p:spPr>
            <a:xfrm>
              <a:off x="2241842" y="2188088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4" name="Google Shape;16452;p61">
              <a:extLst>
                <a:ext uri="{FF2B5EF4-FFF2-40B4-BE49-F238E27FC236}">
                  <a16:creationId xmlns:a16="http://schemas.microsoft.com/office/drawing/2014/main" id="{F3BCB088-8B94-6848-4952-B1A4486DA9D0}"/>
                </a:ext>
              </a:extLst>
            </p:cNvPr>
            <p:cNvSpPr>
              <a:spLocks/>
            </p:cNvSpPr>
            <p:nvPr/>
          </p:nvSpPr>
          <p:spPr>
            <a:xfrm>
              <a:off x="2285577" y="2188088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5" name="Google Shape;16453;p61">
              <a:extLst>
                <a:ext uri="{FF2B5EF4-FFF2-40B4-BE49-F238E27FC236}">
                  <a16:creationId xmlns:a16="http://schemas.microsoft.com/office/drawing/2014/main" id="{F1DA4BE1-6974-60FF-1530-36F0DCD15DD7}"/>
                </a:ext>
              </a:extLst>
            </p:cNvPr>
            <p:cNvSpPr>
              <a:spLocks/>
            </p:cNvSpPr>
            <p:nvPr/>
          </p:nvSpPr>
          <p:spPr>
            <a:xfrm>
              <a:off x="2328474" y="2188088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6" name="Google Shape;16454;p61">
              <a:extLst>
                <a:ext uri="{FF2B5EF4-FFF2-40B4-BE49-F238E27FC236}">
                  <a16:creationId xmlns:a16="http://schemas.microsoft.com/office/drawing/2014/main" id="{DB8EC2BA-82A5-4DC8-9E52-A5412FCDFA14}"/>
                </a:ext>
              </a:extLst>
            </p:cNvPr>
            <p:cNvSpPr>
              <a:spLocks/>
            </p:cNvSpPr>
            <p:nvPr/>
          </p:nvSpPr>
          <p:spPr>
            <a:xfrm>
              <a:off x="2372264" y="2188088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7" name="Google Shape;16455;p61">
              <a:extLst>
                <a:ext uri="{FF2B5EF4-FFF2-40B4-BE49-F238E27FC236}">
                  <a16:creationId xmlns:a16="http://schemas.microsoft.com/office/drawing/2014/main" id="{7173A80B-A379-CDB1-BC64-0E9784FD512B}"/>
                </a:ext>
              </a:extLst>
            </p:cNvPr>
            <p:cNvSpPr>
              <a:spLocks/>
            </p:cNvSpPr>
            <p:nvPr/>
          </p:nvSpPr>
          <p:spPr>
            <a:xfrm>
              <a:off x="2415160" y="2188088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8" name="Google Shape;16456;p61">
              <a:extLst>
                <a:ext uri="{FF2B5EF4-FFF2-40B4-BE49-F238E27FC236}">
                  <a16:creationId xmlns:a16="http://schemas.microsoft.com/office/drawing/2014/main" id="{8B2F5BDA-348C-4D57-5E82-8541D13BD87A}"/>
                </a:ext>
              </a:extLst>
            </p:cNvPr>
            <p:cNvSpPr>
              <a:spLocks/>
            </p:cNvSpPr>
            <p:nvPr/>
          </p:nvSpPr>
          <p:spPr>
            <a:xfrm>
              <a:off x="2458951" y="2188088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9" name="Google Shape;16457;p61">
              <a:extLst>
                <a:ext uri="{FF2B5EF4-FFF2-40B4-BE49-F238E27FC236}">
                  <a16:creationId xmlns:a16="http://schemas.microsoft.com/office/drawing/2014/main" id="{DCC0AC51-EDEC-81DC-3EAF-A07851F692DD}"/>
                </a:ext>
              </a:extLst>
            </p:cNvPr>
            <p:cNvSpPr>
              <a:spLocks/>
            </p:cNvSpPr>
            <p:nvPr/>
          </p:nvSpPr>
          <p:spPr>
            <a:xfrm>
              <a:off x="2502741" y="2188088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0" name="Google Shape;16458;p61">
              <a:extLst>
                <a:ext uri="{FF2B5EF4-FFF2-40B4-BE49-F238E27FC236}">
                  <a16:creationId xmlns:a16="http://schemas.microsoft.com/office/drawing/2014/main" id="{619E2B6F-6006-9E5C-B0F1-4FF742449BF8}"/>
                </a:ext>
              </a:extLst>
            </p:cNvPr>
            <p:cNvSpPr>
              <a:spLocks/>
            </p:cNvSpPr>
            <p:nvPr/>
          </p:nvSpPr>
          <p:spPr>
            <a:xfrm>
              <a:off x="2545638" y="2188088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1" name="Google Shape;16459;p61">
              <a:extLst>
                <a:ext uri="{FF2B5EF4-FFF2-40B4-BE49-F238E27FC236}">
                  <a16:creationId xmlns:a16="http://schemas.microsoft.com/office/drawing/2014/main" id="{98290020-51C1-740C-5129-0D2059B2C0B5}"/>
                </a:ext>
              </a:extLst>
            </p:cNvPr>
            <p:cNvSpPr>
              <a:spLocks/>
            </p:cNvSpPr>
            <p:nvPr/>
          </p:nvSpPr>
          <p:spPr>
            <a:xfrm>
              <a:off x="2589372" y="2188088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2" name="Google Shape;16460;p61">
              <a:extLst>
                <a:ext uri="{FF2B5EF4-FFF2-40B4-BE49-F238E27FC236}">
                  <a16:creationId xmlns:a16="http://schemas.microsoft.com/office/drawing/2014/main" id="{13B4B5A6-5934-2FD0-5CCF-553CEC3BC842}"/>
                </a:ext>
              </a:extLst>
            </p:cNvPr>
            <p:cNvSpPr>
              <a:spLocks/>
            </p:cNvSpPr>
            <p:nvPr/>
          </p:nvSpPr>
          <p:spPr>
            <a:xfrm>
              <a:off x="2198946" y="223187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3" name="Google Shape;16461;p61">
              <a:extLst>
                <a:ext uri="{FF2B5EF4-FFF2-40B4-BE49-F238E27FC236}">
                  <a16:creationId xmlns:a16="http://schemas.microsoft.com/office/drawing/2014/main" id="{1B467B1C-E4E2-1145-7332-520D6CCEB975}"/>
                </a:ext>
              </a:extLst>
            </p:cNvPr>
            <p:cNvSpPr>
              <a:spLocks/>
            </p:cNvSpPr>
            <p:nvPr/>
          </p:nvSpPr>
          <p:spPr>
            <a:xfrm>
              <a:off x="2241842" y="2231879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4" name="Google Shape;16462;p61">
              <a:extLst>
                <a:ext uri="{FF2B5EF4-FFF2-40B4-BE49-F238E27FC236}">
                  <a16:creationId xmlns:a16="http://schemas.microsoft.com/office/drawing/2014/main" id="{A1D07A44-EC86-A4D3-2D8A-E164EB54095B}"/>
                </a:ext>
              </a:extLst>
            </p:cNvPr>
            <p:cNvSpPr>
              <a:spLocks/>
            </p:cNvSpPr>
            <p:nvPr/>
          </p:nvSpPr>
          <p:spPr>
            <a:xfrm>
              <a:off x="2285577" y="223187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5" name="Google Shape;16463;p61">
              <a:extLst>
                <a:ext uri="{FF2B5EF4-FFF2-40B4-BE49-F238E27FC236}">
                  <a16:creationId xmlns:a16="http://schemas.microsoft.com/office/drawing/2014/main" id="{D24870A1-CEF3-A762-0F44-D7318D764494}"/>
                </a:ext>
              </a:extLst>
            </p:cNvPr>
            <p:cNvSpPr>
              <a:spLocks/>
            </p:cNvSpPr>
            <p:nvPr/>
          </p:nvSpPr>
          <p:spPr>
            <a:xfrm>
              <a:off x="2328474" y="2231879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6" name="Google Shape;16464;p61">
              <a:extLst>
                <a:ext uri="{FF2B5EF4-FFF2-40B4-BE49-F238E27FC236}">
                  <a16:creationId xmlns:a16="http://schemas.microsoft.com/office/drawing/2014/main" id="{D75296E7-6094-4E57-EEFA-D8E884269CE5}"/>
                </a:ext>
              </a:extLst>
            </p:cNvPr>
            <p:cNvSpPr>
              <a:spLocks/>
            </p:cNvSpPr>
            <p:nvPr/>
          </p:nvSpPr>
          <p:spPr>
            <a:xfrm>
              <a:off x="2372264" y="223187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7" name="Google Shape;16465;p61">
              <a:extLst>
                <a:ext uri="{FF2B5EF4-FFF2-40B4-BE49-F238E27FC236}">
                  <a16:creationId xmlns:a16="http://schemas.microsoft.com/office/drawing/2014/main" id="{9F254205-8CF2-5E24-09B5-F1CD4138D9D6}"/>
                </a:ext>
              </a:extLst>
            </p:cNvPr>
            <p:cNvSpPr>
              <a:spLocks/>
            </p:cNvSpPr>
            <p:nvPr/>
          </p:nvSpPr>
          <p:spPr>
            <a:xfrm>
              <a:off x="2415160" y="2231879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8" name="Google Shape;16466;p61">
              <a:extLst>
                <a:ext uri="{FF2B5EF4-FFF2-40B4-BE49-F238E27FC236}">
                  <a16:creationId xmlns:a16="http://schemas.microsoft.com/office/drawing/2014/main" id="{7E583073-A2A0-1159-50FC-AFA4B2A48DD9}"/>
                </a:ext>
              </a:extLst>
            </p:cNvPr>
            <p:cNvSpPr>
              <a:spLocks/>
            </p:cNvSpPr>
            <p:nvPr/>
          </p:nvSpPr>
          <p:spPr>
            <a:xfrm>
              <a:off x="2458951" y="2231879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B55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9" name="Google Shape;16467;p61">
              <a:extLst>
                <a:ext uri="{FF2B5EF4-FFF2-40B4-BE49-F238E27FC236}">
                  <a16:creationId xmlns:a16="http://schemas.microsoft.com/office/drawing/2014/main" id="{FE1657C1-D86F-3357-EADD-71543AE7A71F}"/>
                </a:ext>
              </a:extLst>
            </p:cNvPr>
            <p:cNvSpPr>
              <a:spLocks/>
            </p:cNvSpPr>
            <p:nvPr/>
          </p:nvSpPr>
          <p:spPr>
            <a:xfrm>
              <a:off x="2502741" y="223187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0" name="Google Shape;16468;p61">
              <a:extLst>
                <a:ext uri="{FF2B5EF4-FFF2-40B4-BE49-F238E27FC236}">
                  <a16:creationId xmlns:a16="http://schemas.microsoft.com/office/drawing/2014/main" id="{CCBBF9E6-E937-76F2-62DD-410410A23E26}"/>
                </a:ext>
              </a:extLst>
            </p:cNvPr>
            <p:cNvSpPr>
              <a:spLocks/>
            </p:cNvSpPr>
            <p:nvPr/>
          </p:nvSpPr>
          <p:spPr>
            <a:xfrm>
              <a:off x="2545638" y="2231879"/>
              <a:ext cx="43790" cy="43846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1" name="Google Shape;16469;p61">
              <a:extLst>
                <a:ext uri="{FF2B5EF4-FFF2-40B4-BE49-F238E27FC236}">
                  <a16:creationId xmlns:a16="http://schemas.microsoft.com/office/drawing/2014/main" id="{0E094430-F0DF-1981-E8B4-A55BBD567953}"/>
                </a:ext>
              </a:extLst>
            </p:cNvPr>
            <p:cNvSpPr>
              <a:spLocks/>
            </p:cNvSpPr>
            <p:nvPr/>
          </p:nvSpPr>
          <p:spPr>
            <a:xfrm>
              <a:off x="2589372" y="2231879"/>
              <a:ext cx="42952" cy="43846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2" name="Google Shape;16470;p61">
              <a:extLst>
                <a:ext uri="{FF2B5EF4-FFF2-40B4-BE49-F238E27FC236}">
                  <a16:creationId xmlns:a16="http://schemas.microsoft.com/office/drawing/2014/main" id="{5FE1F263-6075-50FC-A786-72AAFA85D6AD}"/>
                </a:ext>
              </a:extLst>
            </p:cNvPr>
            <p:cNvSpPr>
              <a:spLocks/>
            </p:cNvSpPr>
            <p:nvPr/>
          </p:nvSpPr>
          <p:spPr>
            <a:xfrm>
              <a:off x="2198946" y="2275669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68" y="768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3" name="Google Shape;16471;p61">
              <a:extLst>
                <a:ext uri="{FF2B5EF4-FFF2-40B4-BE49-F238E27FC236}">
                  <a16:creationId xmlns:a16="http://schemas.microsoft.com/office/drawing/2014/main" id="{6209268C-0181-0240-7D87-2C0C61112B81}"/>
                </a:ext>
              </a:extLst>
            </p:cNvPr>
            <p:cNvSpPr>
              <a:spLocks/>
            </p:cNvSpPr>
            <p:nvPr/>
          </p:nvSpPr>
          <p:spPr>
            <a:xfrm>
              <a:off x="2241842" y="2275669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4" name="Google Shape;16472;p61">
              <a:extLst>
                <a:ext uri="{FF2B5EF4-FFF2-40B4-BE49-F238E27FC236}">
                  <a16:creationId xmlns:a16="http://schemas.microsoft.com/office/drawing/2014/main" id="{2AAF59C8-C72C-0196-65FC-E7EC5C3510B0}"/>
                </a:ext>
              </a:extLst>
            </p:cNvPr>
            <p:cNvSpPr>
              <a:spLocks/>
            </p:cNvSpPr>
            <p:nvPr/>
          </p:nvSpPr>
          <p:spPr>
            <a:xfrm>
              <a:off x="2285577" y="2275669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69" y="768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5" name="Google Shape;16473;p61">
              <a:extLst>
                <a:ext uri="{FF2B5EF4-FFF2-40B4-BE49-F238E27FC236}">
                  <a16:creationId xmlns:a16="http://schemas.microsoft.com/office/drawing/2014/main" id="{B4EDA0B7-9702-AE25-2229-F08719032E9C}"/>
                </a:ext>
              </a:extLst>
            </p:cNvPr>
            <p:cNvSpPr>
              <a:spLocks/>
            </p:cNvSpPr>
            <p:nvPr/>
          </p:nvSpPr>
          <p:spPr>
            <a:xfrm>
              <a:off x="2328474" y="2275669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85" y="768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6" name="Google Shape;16474;p61">
              <a:extLst>
                <a:ext uri="{FF2B5EF4-FFF2-40B4-BE49-F238E27FC236}">
                  <a16:creationId xmlns:a16="http://schemas.microsoft.com/office/drawing/2014/main" id="{6D451087-9327-AEAE-E86C-4F1B71849F26}"/>
                </a:ext>
              </a:extLst>
            </p:cNvPr>
            <p:cNvSpPr>
              <a:spLocks/>
            </p:cNvSpPr>
            <p:nvPr/>
          </p:nvSpPr>
          <p:spPr>
            <a:xfrm>
              <a:off x="2372264" y="2275669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69" y="768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7" name="Google Shape;16475;p61">
              <a:extLst>
                <a:ext uri="{FF2B5EF4-FFF2-40B4-BE49-F238E27FC236}">
                  <a16:creationId xmlns:a16="http://schemas.microsoft.com/office/drawing/2014/main" id="{7A1F85AF-D13A-AF4B-342A-FB5013EFAAD5}"/>
                </a:ext>
              </a:extLst>
            </p:cNvPr>
            <p:cNvSpPr>
              <a:spLocks/>
            </p:cNvSpPr>
            <p:nvPr/>
          </p:nvSpPr>
          <p:spPr>
            <a:xfrm>
              <a:off x="2415160" y="2275669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8" name="Google Shape;16476;p61">
              <a:extLst>
                <a:ext uri="{FF2B5EF4-FFF2-40B4-BE49-F238E27FC236}">
                  <a16:creationId xmlns:a16="http://schemas.microsoft.com/office/drawing/2014/main" id="{94DB7503-E85C-B167-E537-0DAF3C2A64A2}"/>
                </a:ext>
              </a:extLst>
            </p:cNvPr>
            <p:cNvSpPr>
              <a:spLocks/>
            </p:cNvSpPr>
            <p:nvPr/>
          </p:nvSpPr>
          <p:spPr>
            <a:xfrm>
              <a:off x="2458951" y="2275669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9" name="Google Shape;16477;p61">
              <a:extLst>
                <a:ext uri="{FF2B5EF4-FFF2-40B4-BE49-F238E27FC236}">
                  <a16:creationId xmlns:a16="http://schemas.microsoft.com/office/drawing/2014/main" id="{8AE8FD1A-8113-F086-D8A2-FB66430C5BEF}"/>
                </a:ext>
              </a:extLst>
            </p:cNvPr>
            <p:cNvSpPr>
              <a:spLocks/>
            </p:cNvSpPr>
            <p:nvPr/>
          </p:nvSpPr>
          <p:spPr>
            <a:xfrm>
              <a:off x="2502741" y="2275669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68" y="768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0" name="Google Shape;16478;p61">
              <a:extLst>
                <a:ext uri="{FF2B5EF4-FFF2-40B4-BE49-F238E27FC236}">
                  <a16:creationId xmlns:a16="http://schemas.microsoft.com/office/drawing/2014/main" id="{CE1A4881-16FB-E67B-59B7-B3A4E42210AD}"/>
                </a:ext>
              </a:extLst>
            </p:cNvPr>
            <p:cNvSpPr>
              <a:spLocks/>
            </p:cNvSpPr>
            <p:nvPr/>
          </p:nvSpPr>
          <p:spPr>
            <a:xfrm>
              <a:off x="2502741" y="2318566"/>
              <a:ext cx="42952" cy="4379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68" y="784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1" name="Google Shape;16479;p61">
              <a:extLst>
                <a:ext uri="{FF2B5EF4-FFF2-40B4-BE49-F238E27FC236}">
                  <a16:creationId xmlns:a16="http://schemas.microsoft.com/office/drawing/2014/main" id="{102DF910-C38C-5C47-8836-DE53E1D0520E}"/>
                </a:ext>
              </a:extLst>
            </p:cNvPr>
            <p:cNvSpPr>
              <a:spLocks/>
            </p:cNvSpPr>
            <p:nvPr/>
          </p:nvSpPr>
          <p:spPr>
            <a:xfrm>
              <a:off x="2502741" y="2362300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68" y="76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2" name="Google Shape;16480;p61">
              <a:extLst>
                <a:ext uri="{FF2B5EF4-FFF2-40B4-BE49-F238E27FC236}">
                  <a16:creationId xmlns:a16="http://schemas.microsoft.com/office/drawing/2014/main" id="{DD38BDFF-597A-8CED-C53A-FB7F1693DEF0}"/>
                </a:ext>
              </a:extLst>
            </p:cNvPr>
            <p:cNvSpPr>
              <a:spLocks/>
            </p:cNvSpPr>
            <p:nvPr/>
          </p:nvSpPr>
          <p:spPr>
            <a:xfrm>
              <a:off x="2458951" y="2318566"/>
              <a:ext cx="43846" cy="4379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3" name="Google Shape;16481;p61">
              <a:extLst>
                <a:ext uri="{FF2B5EF4-FFF2-40B4-BE49-F238E27FC236}">
                  <a16:creationId xmlns:a16="http://schemas.microsoft.com/office/drawing/2014/main" id="{6C423BF0-C69B-37E2-8172-BBA3799F71A8}"/>
                </a:ext>
              </a:extLst>
            </p:cNvPr>
            <p:cNvSpPr>
              <a:spLocks/>
            </p:cNvSpPr>
            <p:nvPr/>
          </p:nvSpPr>
          <p:spPr>
            <a:xfrm>
              <a:off x="2458951" y="2362300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0" y="1"/>
                  </a:moveTo>
                  <a:lnTo>
                    <a:pt x="0" y="769"/>
                  </a:lnTo>
                  <a:lnTo>
                    <a:pt x="784" y="769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4" name="Google Shape;16482;p61">
              <a:extLst>
                <a:ext uri="{FF2B5EF4-FFF2-40B4-BE49-F238E27FC236}">
                  <a16:creationId xmlns:a16="http://schemas.microsoft.com/office/drawing/2014/main" id="{E8A5A614-E194-A1F7-19D2-97D10B729B3A}"/>
                </a:ext>
              </a:extLst>
            </p:cNvPr>
            <p:cNvSpPr>
              <a:spLocks/>
            </p:cNvSpPr>
            <p:nvPr/>
          </p:nvSpPr>
          <p:spPr>
            <a:xfrm>
              <a:off x="2545638" y="2275669"/>
              <a:ext cx="43790" cy="42952"/>
            </a:xfrm>
            <a:custGeom>
              <a:avLst/>
              <a:gdLst/>
              <a:ahLst/>
              <a:cxnLst/>
              <a:rect l="l" t="t" r="r" b="b"/>
              <a:pathLst>
                <a:path w="784" h="769" extrusionOk="0">
                  <a:moveTo>
                    <a:pt x="0" y="0"/>
                  </a:moveTo>
                  <a:lnTo>
                    <a:pt x="0" y="768"/>
                  </a:lnTo>
                  <a:lnTo>
                    <a:pt x="784" y="768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5" name="Google Shape;16483;p61">
              <a:extLst>
                <a:ext uri="{FF2B5EF4-FFF2-40B4-BE49-F238E27FC236}">
                  <a16:creationId xmlns:a16="http://schemas.microsoft.com/office/drawing/2014/main" id="{392C51F8-E5F4-D930-F471-1B3ECF78E7AF}"/>
                </a:ext>
              </a:extLst>
            </p:cNvPr>
            <p:cNvSpPr>
              <a:spLocks/>
            </p:cNvSpPr>
            <p:nvPr/>
          </p:nvSpPr>
          <p:spPr>
            <a:xfrm>
              <a:off x="2589372" y="2275669"/>
              <a:ext cx="42952" cy="42952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69" y="768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6" name="Google Shape;16484;p61">
              <a:extLst>
                <a:ext uri="{FF2B5EF4-FFF2-40B4-BE49-F238E27FC236}">
                  <a16:creationId xmlns:a16="http://schemas.microsoft.com/office/drawing/2014/main" id="{45709464-2C7F-F460-ADF3-6630777E70D4}"/>
                </a:ext>
              </a:extLst>
            </p:cNvPr>
            <p:cNvSpPr>
              <a:spLocks/>
            </p:cNvSpPr>
            <p:nvPr/>
          </p:nvSpPr>
          <p:spPr>
            <a:xfrm>
              <a:off x="2632269" y="1668078"/>
              <a:ext cx="43846" cy="4379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7" name="Google Shape;16485;p61">
              <a:extLst>
                <a:ext uri="{FF2B5EF4-FFF2-40B4-BE49-F238E27FC236}">
                  <a16:creationId xmlns:a16="http://schemas.microsoft.com/office/drawing/2014/main" id="{EE8A9AAE-48A7-E02B-CD07-C11A0F42EF97}"/>
                </a:ext>
              </a:extLst>
            </p:cNvPr>
            <p:cNvSpPr>
              <a:spLocks/>
            </p:cNvSpPr>
            <p:nvPr/>
          </p:nvSpPr>
          <p:spPr>
            <a:xfrm>
              <a:off x="2632269" y="1711813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5" y="769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8" name="Google Shape;16486;p61">
              <a:extLst>
                <a:ext uri="{FF2B5EF4-FFF2-40B4-BE49-F238E27FC236}">
                  <a16:creationId xmlns:a16="http://schemas.microsoft.com/office/drawing/2014/main" id="{2DD86CC0-FEE9-28D9-AB85-3E6DB47EF5EF}"/>
                </a:ext>
              </a:extLst>
            </p:cNvPr>
            <p:cNvSpPr>
              <a:spLocks/>
            </p:cNvSpPr>
            <p:nvPr/>
          </p:nvSpPr>
          <p:spPr>
            <a:xfrm>
              <a:off x="2632269" y="1754709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5" y="785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9" name="Google Shape;16487;p61">
              <a:extLst>
                <a:ext uri="{FF2B5EF4-FFF2-40B4-BE49-F238E27FC236}">
                  <a16:creationId xmlns:a16="http://schemas.microsoft.com/office/drawing/2014/main" id="{5C7DF27A-84F4-2F0A-DA52-684B3106F017}"/>
                </a:ext>
              </a:extLst>
            </p:cNvPr>
            <p:cNvSpPr>
              <a:spLocks/>
            </p:cNvSpPr>
            <p:nvPr/>
          </p:nvSpPr>
          <p:spPr>
            <a:xfrm>
              <a:off x="2632269" y="1798500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5" y="769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0" name="Google Shape;16488;p61">
              <a:extLst>
                <a:ext uri="{FF2B5EF4-FFF2-40B4-BE49-F238E27FC236}">
                  <a16:creationId xmlns:a16="http://schemas.microsoft.com/office/drawing/2014/main" id="{F6EB9C4C-02A0-34EB-22F3-96C903F70365}"/>
                </a:ext>
              </a:extLst>
            </p:cNvPr>
            <p:cNvSpPr>
              <a:spLocks/>
            </p:cNvSpPr>
            <p:nvPr/>
          </p:nvSpPr>
          <p:spPr>
            <a:xfrm>
              <a:off x="2632269" y="1841396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1" name="Google Shape;16489;p61">
              <a:extLst>
                <a:ext uri="{FF2B5EF4-FFF2-40B4-BE49-F238E27FC236}">
                  <a16:creationId xmlns:a16="http://schemas.microsoft.com/office/drawing/2014/main" id="{23C759FD-AD19-A07B-209D-5DF9327C2627}"/>
                </a:ext>
              </a:extLst>
            </p:cNvPr>
            <p:cNvSpPr>
              <a:spLocks/>
            </p:cNvSpPr>
            <p:nvPr/>
          </p:nvSpPr>
          <p:spPr>
            <a:xfrm>
              <a:off x="2632269" y="1885187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85" y="768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2" name="Google Shape;16490;p61">
              <a:extLst>
                <a:ext uri="{FF2B5EF4-FFF2-40B4-BE49-F238E27FC236}">
                  <a16:creationId xmlns:a16="http://schemas.microsoft.com/office/drawing/2014/main" id="{1DE742D7-402F-FBBA-B862-C151A0AD53E1}"/>
                </a:ext>
              </a:extLst>
            </p:cNvPr>
            <p:cNvSpPr>
              <a:spLocks/>
            </p:cNvSpPr>
            <p:nvPr/>
          </p:nvSpPr>
          <p:spPr>
            <a:xfrm>
              <a:off x="2632269" y="1928083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3" name="Google Shape;16491;p61">
              <a:extLst>
                <a:ext uri="{FF2B5EF4-FFF2-40B4-BE49-F238E27FC236}">
                  <a16:creationId xmlns:a16="http://schemas.microsoft.com/office/drawing/2014/main" id="{A30F553B-80F3-0435-58D5-E057218F264B}"/>
                </a:ext>
              </a:extLst>
            </p:cNvPr>
            <p:cNvSpPr>
              <a:spLocks/>
            </p:cNvSpPr>
            <p:nvPr/>
          </p:nvSpPr>
          <p:spPr>
            <a:xfrm>
              <a:off x="2632269" y="1971874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85" y="768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4" name="Google Shape;16492;p61">
              <a:extLst>
                <a:ext uri="{FF2B5EF4-FFF2-40B4-BE49-F238E27FC236}">
                  <a16:creationId xmlns:a16="http://schemas.microsoft.com/office/drawing/2014/main" id="{BC3A401A-B495-5961-D546-A93DFF4A5774}"/>
                </a:ext>
              </a:extLst>
            </p:cNvPr>
            <p:cNvSpPr>
              <a:spLocks/>
            </p:cNvSpPr>
            <p:nvPr/>
          </p:nvSpPr>
          <p:spPr>
            <a:xfrm>
              <a:off x="2632269" y="2014770"/>
              <a:ext cx="43846" cy="4379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5" name="Google Shape;16493;p61">
              <a:extLst>
                <a:ext uri="{FF2B5EF4-FFF2-40B4-BE49-F238E27FC236}">
                  <a16:creationId xmlns:a16="http://schemas.microsoft.com/office/drawing/2014/main" id="{2ED08D38-2A37-5CBC-C2C5-ED1917A67813}"/>
                </a:ext>
              </a:extLst>
            </p:cNvPr>
            <p:cNvSpPr>
              <a:spLocks/>
            </p:cNvSpPr>
            <p:nvPr/>
          </p:nvSpPr>
          <p:spPr>
            <a:xfrm>
              <a:off x="2632269" y="2058505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5" y="769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6" name="Google Shape;16494;p61">
              <a:extLst>
                <a:ext uri="{FF2B5EF4-FFF2-40B4-BE49-F238E27FC236}">
                  <a16:creationId xmlns:a16="http://schemas.microsoft.com/office/drawing/2014/main" id="{8C38F633-4BE0-227C-01B6-02588B2B3A93}"/>
                </a:ext>
              </a:extLst>
            </p:cNvPr>
            <p:cNvSpPr>
              <a:spLocks/>
            </p:cNvSpPr>
            <p:nvPr/>
          </p:nvSpPr>
          <p:spPr>
            <a:xfrm>
              <a:off x="2632269" y="2101401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5" y="785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7" name="Google Shape;16495;p61">
              <a:extLst>
                <a:ext uri="{FF2B5EF4-FFF2-40B4-BE49-F238E27FC236}">
                  <a16:creationId xmlns:a16="http://schemas.microsoft.com/office/drawing/2014/main" id="{41413762-377E-6DDC-8DF6-8DE4E7283336}"/>
                </a:ext>
              </a:extLst>
            </p:cNvPr>
            <p:cNvSpPr>
              <a:spLocks/>
            </p:cNvSpPr>
            <p:nvPr/>
          </p:nvSpPr>
          <p:spPr>
            <a:xfrm>
              <a:off x="2632269" y="2145192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1"/>
                  </a:moveTo>
                  <a:lnTo>
                    <a:pt x="1" y="769"/>
                  </a:lnTo>
                  <a:lnTo>
                    <a:pt x="785" y="769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8" name="Google Shape;16496;p61">
              <a:extLst>
                <a:ext uri="{FF2B5EF4-FFF2-40B4-BE49-F238E27FC236}">
                  <a16:creationId xmlns:a16="http://schemas.microsoft.com/office/drawing/2014/main" id="{0012C01B-D3A5-E792-4DFF-FB4752BDA1D4}"/>
                </a:ext>
              </a:extLst>
            </p:cNvPr>
            <p:cNvSpPr>
              <a:spLocks/>
            </p:cNvSpPr>
            <p:nvPr/>
          </p:nvSpPr>
          <p:spPr>
            <a:xfrm>
              <a:off x="2632269" y="2188088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9" name="Google Shape;16497;p61">
              <a:extLst>
                <a:ext uri="{FF2B5EF4-FFF2-40B4-BE49-F238E27FC236}">
                  <a16:creationId xmlns:a16="http://schemas.microsoft.com/office/drawing/2014/main" id="{91896753-98EB-DF43-3699-037B686FC19D}"/>
                </a:ext>
              </a:extLst>
            </p:cNvPr>
            <p:cNvSpPr>
              <a:spLocks/>
            </p:cNvSpPr>
            <p:nvPr/>
          </p:nvSpPr>
          <p:spPr>
            <a:xfrm>
              <a:off x="2632269" y="2231879"/>
              <a:ext cx="43846" cy="43846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0" name="Google Shape;16498;p61">
              <a:extLst>
                <a:ext uri="{FF2B5EF4-FFF2-40B4-BE49-F238E27FC236}">
                  <a16:creationId xmlns:a16="http://schemas.microsoft.com/office/drawing/2014/main" id="{C97F01E7-B0C7-48DF-0F11-548016BC5EF3}"/>
                </a:ext>
              </a:extLst>
            </p:cNvPr>
            <p:cNvSpPr>
              <a:spLocks/>
            </p:cNvSpPr>
            <p:nvPr/>
          </p:nvSpPr>
          <p:spPr>
            <a:xfrm>
              <a:off x="2632269" y="2275669"/>
              <a:ext cx="43846" cy="42952"/>
            </a:xfrm>
            <a:custGeom>
              <a:avLst/>
              <a:gdLst/>
              <a:ahLst/>
              <a:cxnLst/>
              <a:rect l="l" t="t" r="r" b="b"/>
              <a:pathLst>
                <a:path w="785" h="769" extrusionOk="0">
                  <a:moveTo>
                    <a:pt x="1" y="0"/>
                  </a:moveTo>
                  <a:lnTo>
                    <a:pt x="1" y="768"/>
                  </a:lnTo>
                  <a:lnTo>
                    <a:pt x="785" y="768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21" name="더하기 기호 15120">
            <a:extLst>
              <a:ext uri="{FF2B5EF4-FFF2-40B4-BE49-F238E27FC236}">
                <a16:creationId xmlns:a16="http://schemas.microsoft.com/office/drawing/2014/main" id="{8BD185CB-81EF-4A48-6599-B269240D15E8}"/>
              </a:ext>
            </a:extLst>
          </p:cNvPr>
          <p:cNvSpPr/>
          <p:nvPr/>
        </p:nvSpPr>
        <p:spPr>
          <a:xfrm>
            <a:off x="4094312" y="1401764"/>
            <a:ext cx="952500" cy="951375"/>
          </a:xfrm>
          <a:prstGeom prst="mathPlus">
            <a:avLst/>
          </a:prstGeom>
          <a:solidFill>
            <a:srgbClr val="FFFFFF"/>
          </a:solidFill>
          <a:ln>
            <a:solidFill>
              <a:srgbClr val="99A1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76" name="Google Shape;14276;p32"/>
          <p:cNvGrpSpPr/>
          <p:nvPr/>
        </p:nvGrpSpPr>
        <p:grpSpPr>
          <a:xfrm>
            <a:off x="4074877" y="1281225"/>
            <a:ext cx="4349333" cy="2385127"/>
            <a:chOff x="1783594" y="620894"/>
            <a:chExt cx="5498525" cy="2832356"/>
          </a:xfrm>
        </p:grpSpPr>
        <p:sp>
          <p:nvSpPr>
            <p:cNvPr id="14277" name="Google Shape;14277;p32"/>
            <p:cNvSpPr/>
            <p:nvPr/>
          </p:nvSpPr>
          <p:spPr>
            <a:xfrm>
              <a:off x="1790650" y="627950"/>
              <a:ext cx="5484900" cy="2822100"/>
            </a:xfrm>
            <a:prstGeom prst="wedgeRectCallout">
              <a:avLst>
                <a:gd name="adj1" fmla="val -57170"/>
                <a:gd name="adj2" fmla="val 20872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8" name="Google Shape;14278;p32"/>
            <p:cNvSpPr/>
            <p:nvPr/>
          </p:nvSpPr>
          <p:spPr>
            <a:xfrm>
              <a:off x="1783594" y="620894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9" name="Google Shape;14279;p32"/>
            <p:cNvSpPr/>
            <p:nvPr/>
          </p:nvSpPr>
          <p:spPr>
            <a:xfrm>
              <a:off x="7007019" y="620894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0" name="Google Shape;14280;p32"/>
            <p:cNvSpPr/>
            <p:nvPr/>
          </p:nvSpPr>
          <p:spPr>
            <a:xfrm>
              <a:off x="1783594" y="3178150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1" name="Google Shape;14281;p32"/>
            <p:cNvSpPr/>
            <p:nvPr/>
          </p:nvSpPr>
          <p:spPr>
            <a:xfrm>
              <a:off x="7007019" y="3178150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82" name="Google Shape;14282;p32"/>
          <p:cNvSpPr txBox="1">
            <a:spLocks noGrp="1"/>
          </p:cNvSpPr>
          <p:nvPr>
            <p:ph type="title"/>
          </p:nvPr>
        </p:nvSpPr>
        <p:spPr>
          <a:xfrm>
            <a:off x="4447737" y="1770150"/>
            <a:ext cx="3603600" cy="84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게임 목표</a:t>
            </a:r>
            <a:r>
              <a:rPr lang="en-US" altLang="ko-KR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!</a:t>
            </a:r>
            <a:endParaRPr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283" name="Google Shape;14283;p32"/>
          <p:cNvSpPr txBox="1">
            <a:spLocks noGrp="1"/>
          </p:cNvSpPr>
          <p:nvPr>
            <p:ph type="subTitle" idx="1"/>
          </p:nvPr>
        </p:nvSpPr>
        <p:spPr>
          <a:xfrm>
            <a:off x="4447737" y="2611950"/>
            <a:ext cx="3603600" cy="76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00B05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</a:t>
            </a:r>
            <a:r>
              <a:rPr lang="en-US" altLang="ko-KR" sz="1400" dirty="0">
                <a:solidFill>
                  <a:srgbClr val="00B05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&amp;</a:t>
            </a:r>
            <a:r>
              <a:rPr lang="ko-KR" altLang="en-US" sz="1400" dirty="0">
                <a:solidFill>
                  <a:srgbClr val="00B05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 타일</a:t>
            </a:r>
            <a:r>
              <a:rPr lang="ko-KR" altLang="en-US" sz="1400" dirty="0">
                <a:solidFill>
                  <a:srgbClr val="35238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</a:t>
            </a:r>
            <a:r>
              <a:rPr lang="ko-KR" altLang="en-US" sz="1400" dirty="0">
                <a:solidFill>
                  <a:srgbClr val="00B05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통해 </a:t>
            </a:r>
            <a:r>
              <a:rPr lang="ko-KR" altLang="en-US" sz="1400" dirty="0">
                <a:solidFill>
                  <a:schemeClr val="accent5">
                    <a:lumMod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함정</a:t>
            </a:r>
            <a:r>
              <a:rPr lang="en-US" altLang="ko-KR" sz="1400" dirty="0">
                <a:solidFill>
                  <a:schemeClr val="accent5">
                    <a:lumMod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&amp;</a:t>
            </a:r>
            <a:r>
              <a:rPr lang="ko-KR" altLang="en-US" sz="1400" dirty="0">
                <a:solidFill>
                  <a:schemeClr val="accent5">
                    <a:lumMod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몬스터 타일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격파하고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최종적으로 해당 </a:t>
            </a:r>
            <a:r>
              <a:rPr lang="ko-KR" altLang="en-US" sz="1400" dirty="0">
                <a:solidFill>
                  <a:srgbClr val="00B0F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스테이지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</a:t>
            </a:r>
            <a:r>
              <a:rPr lang="ko-KR" altLang="en-US" sz="1400" dirty="0">
                <a:solidFill>
                  <a:schemeClr val="accent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보스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잡는다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3" name="그림 2" descr="스크린샷, 만화 영화, 경기이(가) 표시된 사진&#10;&#10;자동 생성된 설명">
            <a:extLst>
              <a:ext uri="{FF2B5EF4-FFF2-40B4-BE49-F238E27FC236}">
                <a16:creationId xmlns:a16="http://schemas.microsoft.com/office/drawing/2014/main" id="{2B33221E-1B26-3AB7-F0F6-A15EE5F67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48" y="1183502"/>
            <a:ext cx="1920121" cy="3413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레벨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플레이어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몬스터를 죽이거나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유물의 효과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아이템 등 다양한 방법으로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경험치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얻을 수 있습니다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레벨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에는 최대값이 없어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무한히 증가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할 수 있습니다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플레이어의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레벨에 비례하여 난이도가 상승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10Lv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 전직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30Lv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 전직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할 수 있습니다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None/>
            </a:pP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(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전직할 시 스킬이 업그레이드 됨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경험치가 일정량을 초과할 시 즉시 레벨업이 진행되며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레벨업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달성 시 보상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 다음과 같습니다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800100" lvl="1" indent="-34290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체력이 최대 체력만큼 전부 </a:t>
            </a:r>
            <a:r>
              <a:rPr lang="ko-KR" altLang="en-US" sz="105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회복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됩니다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800100" lvl="1" indent="-34290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5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스탯</a:t>
            </a:r>
            <a:r>
              <a:rPr lang="ko-KR" altLang="en-US" sz="1050" dirty="0">
                <a:solidFill>
                  <a:schemeClr val="accent5">
                    <a:lumMod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05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포인트</a:t>
            </a:r>
            <a:r>
              <a:rPr lang="ko-KR" altLang="en-US" sz="1050" dirty="0">
                <a:solidFill>
                  <a:schemeClr val="accent5">
                    <a:lumMod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얻습니다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800100" lvl="1" indent="-34290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5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점수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증가합니다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grpSp>
        <p:nvGrpSpPr>
          <p:cNvPr id="14389" name="Google Shape;14389;p36"/>
          <p:cNvGrpSpPr/>
          <p:nvPr/>
        </p:nvGrpSpPr>
        <p:grpSpPr>
          <a:xfrm rot="-9127115">
            <a:off x="7694970" y="882836"/>
            <a:ext cx="316152" cy="1149676"/>
            <a:chOff x="4455175" y="2826325"/>
            <a:chExt cx="114450" cy="416200"/>
          </a:xfrm>
        </p:grpSpPr>
        <p:sp>
          <p:nvSpPr>
            <p:cNvPr id="14390" name="Google Shape;14390;p36"/>
            <p:cNvSpPr/>
            <p:nvPr/>
          </p:nvSpPr>
          <p:spPr>
            <a:xfrm>
              <a:off x="4475950" y="32044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916" y="106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1" name="Google Shape;14391;p36"/>
            <p:cNvSpPr/>
            <p:nvPr/>
          </p:nvSpPr>
          <p:spPr>
            <a:xfrm>
              <a:off x="4475950" y="3188400"/>
              <a:ext cx="72900" cy="27075"/>
            </a:xfrm>
            <a:custGeom>
              <a:avLst/>
              <a:gdLst/>
              <a:ahLst/>
              <a:cxnLst/>
              <a:rect l="l" t="t" r="r" b="b"/>
              <a:pathLst>
                <a:path w="2916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2916" y="1082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2" name="Google Shape;14392;p36"/>
            <p:cNvSpPr/>
            <p:nvPr/>
          </p:nvSpPr>
          <p:spPr>
            <a:xfrm>
              <a:off x="4475950" y="31656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2916" y="1067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3" name="Google Shape;14393;p36"/>
            <p:cNvSpPr/>
            <p:nvPr/>
          </p:nvSpPr>
          <p:spPr>
            <a:xfrm>
              <a:off x="4499075" y="31504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4" name="Google Shape;14394;p36"/>
            <p:cNvSpPr/>
            <p:nvPr/>
          </p:nvSpPr>
          <p:spPr>
            <a:xfrm>
              <a:off x="4499075" y="31237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5" name="Google Shape;14395;p36"/>
            <p:cNvSpPr/>
            <p:nvPr/>
          </p:nvSpPr>
          <p:spPr>
            <a:xfrm>
              <a:off x="4499075" y="31774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6" name="Google Shape;14396;p36"/>
            <p:cNvSpPr/>
            <p:nvPr/>
          </p:nvSpPr>
          <p:spPr>
            <a:xfrm>
              <a:off x="4499075" y="32044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7" name="Google Shape;14397;p36"/>
            <p:cNvSpPr/>
            <p:nvPr/>
          </p:nvSpPr>
          <p:spPr>
            <a:xfrm>
              <a:off x="4499075" y="32154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8" name="Google Shape;14398;p36"/>
            <p:cNvSpPr/>
            <p:nvPr/>
          </p:nvSpPr>
          <p:spPr>
            <a:xfrm>
              <a:off x="4499075" y="30426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9" name="Google Shape;14399;p36"/>
            <p:cNvSpPr/>
            <p:nvPr/>
          </p:nvSpPr>
          <p:spPr>
            <a:xfrm>
              <a:off x="4499075" y="301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0" name="Google Shape;14400;p36"/>
            <p:cNvSpPr/>
            <p:nvPr/>
          </p:nvSpPr>
          <p:spPr>
            <a:xfrm>
              <a:off x="4499075" y="30696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1" name="Google Shape;14401;p36"/>
            <p:cNvSpPr/>
            <p:nvPr/>
          </p:nvSpPr>
          <p:spPr>
            <a:xfrm>
              <a:off x="4499075" y="30967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2" name="Google Shape;14402;p36"/>
            <p:cNvSpPr/>
            <p:nvPr/>
          </p:nvSpPr>
          <p:spPr>
            <a:xfrm>
              <a:off x="4499075" y="29352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3" name="Google Shape;14403;p36"/>
            <p:cNvSpPr/>
            <p:nvPr/>
          </p:nvSpPr>
          <p:spPr>
            <a:xfrm>
              <a:off x="4499075" y="29082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4" name="Google Shape;14404;p36"/>
            <p:cNvSpPr/>
            <p:nvPr/>
          </p:nvSpPr>
          <p:spPr>
            <a:xfrm>
              <a:off x="4499075" y="29619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5" name="Google Shape;14405;p36"/>
            <p:cNvSpPr/>
            <p:nvPr/>
          </p:nvSpPr>
          <p:spPr>
            <a:xfrm>
              <a:off x="4499075" y="29889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6" name="Google Shape;14406;p36"/>
            <p:cNvSpPr/>
            <p:nvPr/>
          </p:nvSpPr>
          <p:spPr>
            <a:xfrm>
              <a:off x="4504175" y="2826325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7" name="Google Shape;14407;p36"/>
            <p:cNvSpPr/>
            <p:nvPr/>
          </p:nvSpPr>
          <p:spPr>
            <a:xfrm>
              <a:off x="450417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8" y="643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8" name="Google Shape;14408;p36"/>
            <p:cNvSpPr/>
            <p:nvPr/>
          </p:nvSpPr>
          <p:spPr>
            <a:xfrm>
              <a:off x="450417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9" name="Google Shape;14409;p36"/>
            <p:cNvSpPr/>
            <p:nvPr/>
          </p:nvSpPr>
          <p:spPr>
            <a:xfrm>
              <a:off x="452062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0" name="Google Shape;14410;p36"/>
            <p:cNvSpPr/>
            <p:nvPr/>
          </p:nvSpPr>
          <p:spPr>
            <a:xfrm>
              <a:off x="452062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1" name="Google Shape;14411;p36"/>
            <p:cNvSpPr/>
            <p:nvPr/>
          </p:nvSpPr>
          <p:spPr>
            <a:xfrm>
              <a:off x="4537075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2" name="Google Shape;14412;p36"/>
            <p:cNvSpPr/>
            <p:nvPr/>
          </p:nvSpPr>
          <p:spPr>
            <a:xfrm>
              <a:off x="4553550" y="2875325"/>
              <a:ext cx="16075" cy="16475"/>
            </a:xfrm>
            <a:custGeom>
              <a:avLst/>
              <a:gdLst/>
              <a:ahLst/>
              <a:cxnLst/>
              <a:rect l="l" t="t" r="r" b="b"/>
              <a:pathLst>
                <a:path w="643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3" name="Google Shape;14413;p36"/>
            <p:cNvSpPr/>
            <p:nvPr/>
          </p:nvSpPr>
          <p:spPr>
            <a:xfrm>
              <a:off x="4487700" y="2842800"/>
              <a:ext cx="16500" cy="16075"/>
            </a:xfrm>
            <a:custGeom>
              <a:avLst/>
              <a:gdLst/>
              <a:ahLst/>
              <a:cxnLst/>
              <a:rect l="l" t="t" r="r" b="b"/>
              <a:pathLst>
                <a:path w="660" h="643" extrusionOk="0">
                  <a:moveTo>
                    <a:pt x="1" y="0"/>
                  </a:moveTo>
                  <a:lnTo>
                    <a:pt x="1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4" name="Google Shape;14414;p36"/>
            <p:cNvSpPr/>
            <p:nvPr/>
          </p:nvSpPr>
          <p:spPr>
            <a:xfrm>
              <a:off x="4487700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5" name="Google Shape;14415;p36"/>
            <p:cNvSpPr/>
            <p:nvPr/>
          </p:nvSpPr>
          <p:spPr>
            <a:xfrm>
              <a:off x="4471250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6" name="Google Shape;14416;p36"/>
            <p:cNvSpPr/>
            <p:nvPr/>
          </p:nvSpPr>
          <p:spPr>
            <a:xfrm>
              <a:off x="450417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7" name="Google Shape;14417;p36"/>
            <p:cNvSpPr/>
            <p:nvPr/>
          </p:nvSpPr>
          <p:spPr>
            <a:xfrm>
              <a:off x="452062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8" name="Google Shape;14418;p36"/>
            <p:cNvSpPr/>
            <p:nvPr/>
          </p:nvSpPr>
          <p:spPr>
            <a:xfrm>
              <a:off x="4537075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9" name="Google Shape;14419;p36"/>
            <p:cNvSpPr/>
            <p:nvPr/>
          </p:nvSpPr>
          <p:spPr>
            <a:xfrm>
              <a:off x="4487700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0" name="Google Shape;14420;p36"/>
            <p:cNvSpPr/>
            <p:nvPr/>
          </p:nvSpPr>
          <p:spPr>
            <a:xfrm>
              <a:off x="450417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1" name="Google Shape;14421;p36"/>
            <p:cNvSpPr/>
            <p:nvPr/>
          </p:nvSpPr>
          <p:spPr>
            <a:xfrm>
              <a:off x="452062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2" name="Google Shape;14422;p36"/>
            <p:cNvSpPr/>
            <p:nvPr/>
          </p:nvSpPr>
          <p:spPr>
            <a:xfrm>
              <a:off x="4487700" y="289177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3" name="Google Shape;14423;p36"/>
            <p:cNvSpPr/>
            <p:nvPr/>
          </p:nvSpPr>
          <p:spPr>
            <a:xfrm>
              <a:off x="4471250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4" name="Google Shape;14424;p36"/>
            <p:cNvSpPr/>
            <p:nvPr/>
          </p:nvSpPr>
          <p:spPr>
            <a:xfrm>
              <a:off x="4455175" y="2875325"/>
              <a:ext cx="16100" cy="16475"/>
            </a:xfrm>
            <a:custGeom>
              <a:avLst/>
              <a:gdLst/>
              <a:ahLst/>
              <a:cxnLst/>
              <a:rect l="l" t="t" r="r" b="b"/>
              <a:pathLst>
                <a:path w="644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5" name="Google Shape;14425;p36"/>
          <p:cNvGrpSpPr/>
          <p:nvPr/>
        </p:nvGrpSpPr>
        <p:grpSpPr>
          <a:xfrm>
            <a:off x="6462090" y="1876698"/>
            <a:ext cx="1961913" cy="2726799"/>
            <a:chOff x="2089925" y="560600"/>
            <a:chExt cx="323700" cy="449900"/>
          </a:xfrm>
        </p:grpSpPr>
        <p:sp>
          <p:nvSpPr>
            <p:cNvPr id="14426" name="Google Shape;14426;p36"/>
            <p:cNvSpPr/>
            <p:nvPr/>
          </p:nvSpPr>
          <p:spPr>
            <a:xfrm>
              <a:off x="2089925" y="695800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7" name="Google Shape;14427;p36"/>
            <p:cNvSpPr/>
            <p:nvPr/>
          </p:nvSpPr>
          <p:spPr>
            <a:xfrm>
              <a:off x="2393225" y="695800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816" y="1787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8" name="Google Shape;14428;p36"/>
            <p:cNvSpPr/>
            <p:nvPr/>
          </p:nvSpPr>
          <p:spPr>
            <a:xfrm>
              <a:off x="2109900" y="560600"/>
              <a:ext cx="283350" cy="224975"/>
            </a:xfrm>
            <a:custGeom>
              <a:avLst/>
              <a:gdLst/>
              <a:ahLst/>
              <a:cxnLst/>
              <a:rect l="l" t="t" r="r" b="b"/>
              <a:pathLst>
                <a:path w="11334" h="8999" extrusionOk="0">
                  <a:moveTo>
                    <a:pt x="816" y="1"/>
                  </a:moveTo>
                  <a:lnTo>
                    <a:pt x="816" y="894"/>
                  </a:lnTo>
                  <a:lnTo>
                    <a:pt x="1" y="894"/>
                  </a:lnTo>
                  <a:lnTo>
                    <a:pt x="1" y="8998"/>
                  </a:lnTo>
                  <a:lnTo>
                    <a:pt x="11333" y="8998"/>
                  </a:lnTo>
                  <a:lnTo>
                    <a:pt x="11333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9" name="Google Shape;14429;p36"/>
            <p:cNvSpPr/>
            <p:nvPr/>
          </p:nvSpPr>
          <p:spPr>
            <a:xfrm>
              <a:off x="2130300" y="560600"/>
              <a:ext cx="242575" cy="22375"/>
            </a:xfrm>
            <a:custGeom>
              <a:avLst/>
              <a:gdLst/>
              <a:ahLst/>
              <a:cxnLst/>
              <a:rect l="l" t="t" r="r" b="b"/>
              <a:pathLst>
                <a:path w="9703" h="895" extrusionOk="0">
                  <a:moveTo>
                    <a:pt x="0" y="1"/>
                  </a:moveTo>
                  <a:lnTo>
                    <a:pt x="0" y="894"/>
                  </a:lnTo>
                  <a:lnTo>
                    <a:pt x="9702" y="894"/>
                  </a:lnTo>
                  <a:lnTo>
                    <a:pt x="97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0" name="Google Shape;14430;p36"/>
            <p:cNvSpPr/>
            <p:nvPr/>
          </p:nvSpPr>
          <p:spPr>
            <a:xfrm>
              <a:off x="2150675" y="695800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799" y="1787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1" name="Google Shape;14431;p36"/>
            <p:cNvSpPr/>
            <p:nvPr/>
          </p:nvSpPr>
          <p:spPr>
            <a:xfrm>
              <a:off x="2109900" y="582950"/>
              <a:ext cx="20425" cy="45075"/>
            </a:xfrm>
            <a:custGeom>
              <a:avLst/>
              <a:gdLst/>
              <a:ahLst/>
              <a:cxnLst/>
              <a:rect l="l" t="t" r="r" b="b"/>
              <a:pathLst>
                <a:path w="817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2" name="Google Shape;14432;p36"/>
            <p:cNvSpPr/>
            <p:nvPr/>
          </p:nvSpPr>
          <p:spPr>
            <a:xfrm>
              <a:off x="2332475" y="695800"/>
              <a:ext cx="20425" cy="44700"/>
            </a:xfrm>
            <a:custGeom>
              <a:avLst/>
              <a:gdLst/>
              <a:ahLst/>
              <a:cxnLst/>
              <a:rect l="l" t="t" r="r" b="b"/>
              <a:pathLst>
                <a:path w="817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3" name="Google Shape;14433;p36"/>
            <p:cNvSpPr/>
            <p:nvPr/>
          </p:nvSpPr>
          <p:spPr>
            <a:xfrm>
              <a:off x="2201225" y="763200"/>
              <a:ext cx="101125" cy="22375"/>
            </a:xfrm>
            <a:custGeom>
              <a:avLst/>
              <a:gdLst/>
              <a:ahLst/>
              <a:cxnLst/>
              <a:rect l="l" t="t" r="r" b="b"/>
              <a:pathLst>
                <a:path w="4045" h="895" extrusionOk="0">
                  <a:moveTo>
                    <a:pt x="0" y="1"/>
                  </a:moveTo>
                  <a:lnTo>
                    <a:pt x="0" y="894"/>
                  </a:lnTo>
                  <a:lnTo>
                    <a:pt x="4044" y="894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4" name="Google Shape;14434;p36"/>
            <p:cNvSpPr/>
            <p:nvPr/>
          </p:nvSpPr>
          <p:spPr>
            <a:xfrm>
              <a:off x="2292125" y="6507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1" y="0"/>
                  </a:moveTo>
                  <a:lnTo>
                    <a:pt x="1" y="893"/>
                  </a:lnTo>
                  <a:lnTo>
                    <a:pt x="816" y="89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5" name="Google Shape;14435;p36"/>
            <p:cNvSpPr/>
            <p:nvPr/>
          </p:nvSpPr>
          <p:spPr>
            <a:xfrm>
              <a:off x="2170650" y="785550"/>
              <a:ext cx="161850" cy="135200"/>
            </a:xfrm>
            <a:custGeom>
              <a:avLst/>
              <a:gdLst/>
              <a:ahLst/>
              <a:cxnLst/>
              <a:rect l="l" t="t" r="r" b="b"/>
              <a:pathLst>
                <a:path w="6474" h="5408" extrusionOk="0">
                  <a:moveTo>
                    <a:pt x="0" y="0"/>
                  </a:moveTo>
                  <a:lnTo>
                    <a:pt x="0" y="5408"/>
                  </a:lnTo>
                  <a:lnTo>
                    <a:pt x="6474" y="5408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6" name="Google Shape;14436;p36"/>
            <p:cNvSpPr/>
            <p:nvPr/>
          </p:nvSpPr>
          <p:spPr>
            <a:xfrm>
              <a:off x="2150675" y="808275"/>
              <a:ext cx="202225" cy="22350"/>
            </a:xfrm>
            <a:custGeom>
              <a:avLst/>
              <a:gdLst/>
              <a:ahLst/>
              <a:cxnLst/>
              <a:rect l="l" t="t" r="r" b="b"/>
              <a:pathLst>
                <a:path w="8089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088" y="894"/>
                  </a:lnTo>
                  <a:lnTo>
                    <a:pt x="80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7" name="Google Shape;14437;p36"/>
            <p:cNvSpPr/>
            <p:nvPr/>
          </p:nvSpPr>
          <p:spPr>
            <a:xfrm>
              <a:off x="2130300" y="830600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0" y="1"/>
                  </a:moveTo>
                  <a:lnTo>
                    <a:pt x="0" y="3606"/>
                  </a:lnTo>
                  <a:lnTo>
                    <a:pt x="815" y="3606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8" name="Google Shape;14438;p36"/>
            <p:cNvSpPr/>
            <p:nvPr/>
          </p:nvSpPr>
          <p:spPr>
            <a:xfrm>
              <a:off x="2352875" y="830600"/>
              <a:ext cx="20000" cy="90150"/>
            </a:xfrm>
            <a:custGeom>
              <a:avLst/>
              <a:gdLst/>
              <a:ahLst/>
              <a:cxnLst/>
              <a:rect l="l" t="t" r="r" b="b"/>
              <a:pathLst>
                <a:path w="800" h="3606" extrusionOk="0">
                  <a:moveTo>
                    <a:pt x="0" y="1"/>
                  </a:moveTo>
                  <a:lnTo>
                    <a:pt x="0" y="3606"/>
                  </a:lnTo>
                  <a:lnTo>
                    <a:pt x="799" y="3606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9" name="Google Shape;14439;p36"/>
            <p:cNvSpPr/>
            <p:nvPr/>
          </p:nvSpPr>
          <p:spPr>
            <a:xfrm>
              <a:off x="2170650" y="920725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1"/>
                  </a:moveTo>
                  <a:lnTo>
                    <a:pt x="0" y="2697"/>
                  </a:lnTo>
                  <a:lnTo>
                    <a:pt x="816" y="2697"/>
                  </a:lnTo>
                  <a:lnTo>
                    <a:pt x="816" y="894"/>
                  </a:lnTo>
                  <a:lnTo>
                    <a:pt x="5675" y="894"/>
                  </a:lnTo>
                  <a:lnTo>
                    <a:pt x="5675" y="2697"/>
                  </a:lnTo>
                  <a:lnTo>
                    <a:pt x="6474" y="2697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0" name="Google Shape;14440;p36"/>
            <p:cNvSpPr/>
            <p:nvPr/>
          </p:nvSpPr>
          <p:spPr>
            <a:xfrm>
              <a:off x="2170650" y="988125"/>
              <a:ext cx="20400" cy="22375"/>
            </a:xfrm>
            <a:custGeom>
              <a:avLst/>
              <a:gdLst/>
              <a:ahLst/>
              <a:cxnLst/>
              <a:rect l="l" t="t" r="r" b="b"/>
              <a:pathLst>
                <a:path w="816" h="895" extrusionOk="0">
                  <a:moveTo>
                    <a:pt x="0" y="1"/>
                  </a:moveTo>
                  <a:lnTo>
                    <a:pt x="0" y="894"/>
                  </a:lnTo>
                  <a:lnTo>
                    <a:pt x="816" y="894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1" name="Google Shape;14441;p36"/>
            <p:cNvSpPr/>
            <p:nvPr/>
          </p:nvSpPr>
          <p:spPr>
            <a:xfrm>
              <a:off x="2312500" y="988125"/>
              <a:ext cx="20000" cy="22375"/>
            </a:xfrm>
            <a:custGeom>
              <a:avLst/>
              <a:gdLst/>
              <a:ahLst/>
              <a:cxnLst/>
              <a:rect l="l" t="t" r="r" b="b"/>
              <a:pathLst>
                <a:path w="800" h="895" extrusionOk="0">
                  <a:moveTo>
                    <a:pt x="1" y="1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2" name="Google Shape;14442;p36"/>
            <p:cNvSpPr/>
            <p:nvPr/>
          </p:nvSpPr>
          <p:spPr>
            <a:xfrm>
              <a:off x="2271750" y="83060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3" name="Google Shape;14443;p36"/>
            <p:cNvSpPr/>
            <p:nvPr/>
          </p:nvSpPr>
          <p:spPr>
            <a:xfrm>
              <a:off x="2191025" y="785550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캐릭터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플레이어는 게임 시작 전 캐릭터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선택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가능합니다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캐릭터는 총 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명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이며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추후 패치를 통해 늘어날 수 있습니다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캐릭터 별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고유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액티브 스킬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패시브 스킬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하나씩 가지고 있습니다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또한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캐릭터 선택 후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주사위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돌려 캐릭터의 </a:t>
            </a:r>
            <a:r>
              <a:rPr lang="ko-KR" altLang="en-US" sz="11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스탯을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설정합니다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None/>
            </a:pP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-&gt;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메이플스토리 주사위 </a:t>
            </a:r>
            <a:r>
              <a:rPr lang="ko-KR" altLang="en-US" sz="9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스탯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None/>
            </a:pP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(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총 주사위 </a:t>
            </a:r>
            <a:r>
              <a:rPr lang="ko-KR" altLang="en-US" sz="9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스탯은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캐릭터별 밸런스에 따라 변동됨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1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캐릭터는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전사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법사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도적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궁수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기획 중이며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캐릭터의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특성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 다음과 같습니다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전사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체력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방어도 계열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법사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액티브 스킬 위주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패시브는 마나 회복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도적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은신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무적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),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돈 관련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궁수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강력한 화력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공격력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2" name="Google Shape;13828;p30">
            <a:extLst>
              <a:ext uri="{FF2B5EF4-FFF2-40B4-BE49-F238E27FC236}">
                <a16:creationId xmlns:a16="http://schemas.microsoft.com/office/drawing/2014/main" id="{1CE7E9BE-870A-65AF-90D5-874FA5A94AB9}"/>
              </a:ext>
            </a:extLst>
          </p:cNvPr>
          <p:cNvGrpSpPr/>
          <p:nvPr/>
        </p:nvGrpSpPr>
        <p:grpSpPr>
          <a:xfrm>
            <a:off x="6455599" y="1872231"/>
            <a:ext cx="1968401" cy="2735732"/>
            <a:chOff x="2089925" y="1407025"/>
            <a:chExt cx="323700" cy="449875"/>
          </a:xfrm>
        </p:grpSpPr>
        <p:sp>
          <p:nvSpPr>
            <p:cNvPr id="3" name="Google Shape;13829;p30">
              <a:extLst>
                <a:ext uri="{FF2B5EF4-FFF2-40B4-BE49-F238E27FC236}">
                  <a16:creationId xmlns:a16="http://schemas.microsoft.com/office/drawing/2014/main" id="{B0753785-B347-3267-F138-B676FBE8D947}"/>
                </a:ext>
              </a:extLst>
            </p:cNvPr>
            <p:cNvSpPr/>
            <p:nvPr/>
          </p:nvSpPr>
          <p:spPr>
            <a:xfrm>
              <a:off x="2109900" y="1454450"/>
              <a:ext cx="283350" cy="177525"/>
            </a:xfrm>
            <a:custGeom>
              <a:avLst/>
              <a:gdLst/>
              <a:ahLst/>
              <a:cxnLst/>
              <a:rect l="l" t="t" r="r" b="b"/>
              <a:pathLst>
                <a:path w="11334" h="7101" extrusionOk="0">
                  <a:moveTo>
                    <a:pt x="1" y="0"/>
                  </a:moveTo>
                  <a:lnTo>
                    <a:pt x="1" y="7101"/>
                  </a:lnTo>
                  <a:lnTo>
                    <a:pt x="11333" y="7101"/>
                  </a:lnTo>
                  <a:lnTo>
                    <a:pt x="113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830;p30">
              <a:extLst>
                <a:ext uri="{FF2B5EF4-FFF2-40B4-BE49-F238E27FC236}">
                  <a16:creationId xmlns:a16="http://schemas.microsoft.com/office/drawing/2014/main" id="{8DFCEC81-9E9F-8D86-1322-258BD27E538C}"/>
                </a:ext>
              </a:extLst>
            </p:cNvPr>
            <p:cNvSpPr/>
            <p:nvPr/>
          </p:nvSpPr>
          <p:spPr>
            <a:xfrm>
              <a:off x="2089925" y="1542225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831;p30">
              <a:extLst>
                <a:ext uri="{FF2B5EF4-FFF2-40B4-BE49-F238E27FC236}">
                  <a16:creationId xmlns:a16="http://schemas.microsoft.com/office/drawing/2014/main" id="{8E61ED56-1C67-95A4-76AA-E2E8F697C4E0}"/>
                </a:ext>
              </a:extLst>
            </p:cNvPr>
            <p:cNvSpPr/>
            <p:nvPr/>
          </p:nvSpPr>
          <p:spPr>
            <a:xfrm>
              <a:off x="2150675" y="1542225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799" y="1787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832;p30">
              <a:extLst>
                <a:ext uri="{FF2B5EF4-FFF2-40B4-BE49-F238E27FC236}">
                  <a16:creationId xmlns:a16="http://schemas.microsoft.com/office/drawing/2014/main" id="{065F1860-0666-6728-5D50-2C769E3443C4}"/>
                </a:ext>
              </a:extLst>
            </p:cNvPr>
            <p:cNvSpPr/>
            <p:nvPr/>
          </p:nvSpPr>
          <p:spPr>
            <a:xfrm>
              <a:off x="2332475" y="1542225"/>
              <a:ext cx="20425" cy="44700"/>
            </a:xfrm>
            <a:custGeom>
              <a:avLst/>
              <a:gdLst/>
              <a:ahLst/>
              <a:cxnLst/>
              <a:rect l="l" t="t" r="r" b="b"/>
              <a:pathLst>
                <a:path w="817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833;p30">
              <a:extLst>
                <a:ext uri="{FF2B5EF4-FFF2-40B4-BE49-F238E27FC236}">
                  <a16:creationId xmlns:a16="http://schemas.microsoft.com/office/drawing/2014/main" id="{3261CEF3-71BA-5C6B-0FAB-C53BEE11F24B}"/>
                </a:ext>
              </a:extLst>
            </p:cNvPr>
            <p:cNvSpPr/>
            <p:nvPr/>
          </p:nvSpPr>
          <p:spPr>
            <a:xfrm>
              <a:off x="23932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834;p30">
              <a:extLst>
                <a:ext uri="{FF2B5EF4-FFF2-40B4-BE49-F238E27FC236}">
                  <a16:creationId xmlns:a16="http://schemas.microsoft.com/office/drawing/2014/main" id="{0F198FC1-E799-70AB-E066-4A3180175A14}"/>
                </a:ext>
              </a:extLst>
            </p:cNvPr>
            <p:cNvSpPr/>
            <p:nvPr/>
          </p:nvSpPr>
          <p:spPr>
            <a:xfrm>
              <a:off x="2201225" y="1609625"/>
              <a:ext cx="101125" cy="22350"/>
            </a:xfrm>
            <a:custGeom>
              <a:avLst/>
              <a:gdLst/>
              <a:ahLst/>
              <a:cxnLst/>
              <a:rect l="l" t="t" r="r" b="b"/>
              <a:pathLst>
                <a:path w="4045" h="894" extrusionOk="0">
                  <a:moveTo>
                    <a:pt x="0" y="0"/>
                  </a:moveTo>
                  <a:lnTo>
                    <a:pt x="0" y="894"/>
                  </a:lnTo>
                  <a:lnTo>
                    <a:pt x="4044" y="894"/>
                  </a:lnTo>
                  <a:lnTo>
                    <a:pt x="40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835;p30">
              <a:extLst>
                <a:ext uri="{FF2B5EF4-FFF2-40B4-BE49-F238E27FC236}">
                  <a16:creationId xmlns:a16="http://schemas.microsoft.com/office/drawing/2014/main" id="{90F0303B-B311-3BBF-F9CD-F55CD29FF6B9}"/>
                </a:ext>
              </a:extLst>
            </p:cNvPr>
            <p:cNvSpPr/>
            <p:nvPr/>
          </p:nvSpPr>
          <p:spPr>
            <a:xfrm>
              <a:off x="2109900" y="1407025"/>
              <a:ext cx="283350" cy="157550"/>
            </a:xfrm>
            <a:custGeom>
              <a:avLst/>
              <a:gdLst/>
              <a:ahLst/>
              <a:cxnLst/>
              <a:rect l="l" t="t" r="r" b="b"/>
              <a:pathLst>
                <a:path w="11334" h="6302" extrusionOk="0">
                  <a:moveTo>
                    <a:pt x="816" y="1"/>
                  </a:moveTo>
                  <a:lnTo>
                    <a:pt x="816" y="894"/>
                  </a:lnTo>
                  <a:lnTo>
                    <a:pt x="1" y="894"/>
                  </a:lnTo>
                  <a:lnTo>
                    <a:pt x="1" y="6302"/>
                  </a:lnTo>
                  <a:lnTo>
                    <a:pt x="816" y="6302"/>
                  </a:lnTo>
                  <a:lnTo>
                    <a:pt x="816" y="3606"/>
                  </a:lnTo>
                  <a:lnTo>
                    <a:pt x="1631" y="3606"/>
                  </a:lnTo>
                  <a:lnTo>
                    <a:pt x="1631" y="2696"/>
                  </a:lnTo>
                  <a:lnTo>
                    <a:pt x="9719" y="2696"/>
                  </a:lnTo>
                  <a:lnTo>
                    <a:pt x="9719" y="3606"/>
                  </a:lnTo>
                  <a:lnTo>
                    <a:pt x="10518" y="3606"/>
                  </a:lnTo>
                  <a:lnTo>
                    <a:pt x="10518" y="6302"/>
                  </a:lnTo>
                  <a:lnTo>
                    <a:pt x="11333" y="6302"/>
                  </a:lnTo>
                  <a:lnTo>
                    <a:pt x="11333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836;p30">
              <a:extLst>
                <a:ext uri="{FF2B5EF4-FFF2-40B4-BE49-F238E27FC236}">
                  <a16:creationId xmlns:a16="http://schemas.microsoft.com/office/drawing/2014/main" id="{B19857ED-9840-EDC9-1F73-A265F38FB97C}"/>
                </a:ext>
              </a:extLst>
            </p:cNvPr>
            <p:cNvSpPr/>
            <p:nvPr/>
          </p:nvSpPr>
          <p:spPr>
            <a:xfrm>
              <a:off x="2109900" y="1744425"/>
              <a:ext cx="40800" cy="67800"/>
            </a:xfrm>
            <a:custGeom>
              <a:avLst/>
              <a:gdLst/>
              <a:ahLst/>
              <a:cxnLst/>
              <a:rect l="l" t="t" r="r" b="b"/>
              <a:pathLst>
                <a:path w="1632" h="2712" extrusionOk="0">
                  <a:moveTo>
                    <a:pt x="1" y="0"/>
                  </a:moveTo>
                  <a:lnTo>
                    <a:pt x="1" y="2712"/>
                  </a:lnTo>
                  <a:lnTo>
                    <a:pt x="816" y="2712"/>
                  </a:lnTo>
                  <a:lnTo>
                    <a:pt x="816" y="1803"/>
                  </a:lnTo>
                  <a:lnTo>
                    <a:pt x="1631" y="1803"/>
                  </a:lnTo>
                  <a:lnTo>
                    <a:pt x="1631" y="909"/>
                  </a:lnTo>
                  <a:lnTo>
                    <a:pt x="816" y="90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837;p30">
              <a:extLst>
                <a:ext uri="{FF2B5EF4-FFF2-40B4-BE49-F238E27FC236}">
                  <a16:creationId xmlns:a16="http://schemas.microsoft.com/office/drawing/2014/main" id="{CC45B6D3-615B-7794-9F42-17C673DC75DD}"/>
                </a:ext>
              </a:extLst>
            </p:cNvPr>
            <p:cNvSpPr/>
            <p:nvPr/>
          </p:nvSpPr>
          <p:spPr>
            <a:xfrm>
              <a:off x="2170650" y="1744425"/>
              <a:ext cx="161850" cy="22750"/>
            </a:xfrm>
            <a:custGeom>
              <a:avLst/>
              <a:gdLst/>
              <a:ahLst/>
              <a:cxnLst/>
              <a:rect l="l" t="t" r="r" b="b"/>
              <a:pathLst>
                <a:path w="6474" h="910" extrusionOk="0">
                  <a:moveTo>
                    <a:pt x="0" y="0"/>
                  </a:moveTo>
                  <a:lnTo>
                    <a:pt x="0" y="909"/>
                  </a:lnTo>
                  <a:lnTo>
                    <a:pt x="6474" y="909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838;p30">
              <a:extLst>
                <a:ext uri="{FF2B5EF4-FFF2-40B4-BE49-F238E27FC236}">
                  <a16:creationId xmlns:a16="http://schemas.microsoft.com/office/drawing/2014/main" id="{6352D426-FFA7-76CE-081F-FBD2E3CCE9B3}"/>
                </a:ext>
              </a:extLst>
            </p:cNvPr>
            <p:cNvSpPr/>
            <p:nvPr/>
          </p:nvSpPr>
          <p:spPr>
            <a:xfrm>
              <a:off x="2170650" y="1631950"/>
              <a:ext cx="161850" cy="112500"/>
            </a:xfrm>
            <a:custGeom>
              <a:avLst/>
              <a:gdLst/>
              <a:ahLst/>
              <a:cxnLst/>
              <a:rect l="l" t="t" r="r" b="b"/>
              <a:pathLst>
                <a:path w="6474" h="4500" extrusionOk="0">
                  <a:moveTo>
                    <a:pt x="0" y="1"/>
                  </a:moveTo>
                  <a:lnTo>
                    <a:pt x="0" y="4499"/>
                  </a:lnTo>
                  <a:lnTo>
                    <a:pt x="6474" y="4499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39;p30">
              <a:extLst>
                <a:ext uri="{FF2B5EF4-FFF2-40B4-BE49-F238E27FC236}">
                  <a16:creationId xmlns:a16="http://schemas.microsoft.com/office/drawing/2014/main" id="{1A23F871-9709-FFAC-6432-02435239B184}"/>
                </a:ext>
              </a:extLst>
            </p:cNvPr>
            <p:cNvSpPr/>
            <p:nvPr/>
          </p:nvSpPr>
          <p:spPr>
            <a:xfrm>
              <a:off x="2150675" y="1654675"/>
              <a:ext cx="202225" cy="22375"/>
            </a:xfrm>
            <a:custGeom>
              <a:avLst/>
              <a:gdLst/>
              <a:ahLst/>
              <a:cxnLst/>
              <a:rect l="l" t="t" r="r" b="b"/>
              <a:pathLst>
                <a:path w="8089" h="895" extrusionOk="0">
                  <a:moveTo>
                    <a:pt x="0" y="1"/>
                  </a:moveTo>
                  <a:lnTo>
                    <a:pt x="0" y="894"/>
                  </a:lnTo>
                  <a:lnTo>
                    <a:pt x="8088" y="894"/>
                  </a:lnTo>
                  <a:lnTo>
                    <a:pt x="80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40;p30">
              <a:extLst>
                <a:ext uri="{FF2B5EF4-FFF2-40B4-BE49-F238E27FC236}">
                  <a16:creationId xmlns:a16="http://schemas.microsoft.com/office/drawing/2014/main" id="{B342B19A-C7F0-A0EE-8512-1A8424A7FC25}"/>
                </a:ext>
              </a:extLst>
            </p:cNvPr>
            <p:cNvSpPr/>
            <p:nvPr/>
          </p:nvSpPr>
          <p:spPr>
            <a:xfrm>
              <a:off x="2352875" y="1677025"/>
              <a:ext cx="20000" cy="45075"/>
            </a:xfrm>
            <a:custGeom>
              <a:avLst/>
              <a:gdLst/>
              <a:ahLst/>
              <a:cxnLst/>
              <a:rect l="l" t="t" r="r" b="b"/>
              <a:pathLst>
                <a:path w="800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799" y="1803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841;p30">
              <a:extLst>
                <a:ext uri="{FF2B5EF4-FFF2-40B4-BE49-F238E27FC236}">
                  <a16:creationId xmlns:a16="http://schemas.microsoft.com/office/drawing/2014/main" id="{71B487AD-2060-EA47-8758-04EB491549C5}"/>
                </a:ext>
              </a:extLst>
            </p:cNvPr>
            <p:cNvSpPr/>
            <p:nvPr/>
          </p:nvSpPr>
          <p:spPr>
            <a:xfrm>
              <a:off x="2352875" y="1722075"/>
              <a:ext cx="20000" cy="45100"/>
            </a:xfrm>
            <a:custGeom>
              <a:avLst/>
              <a:gdLst/>
              <a:ahLst/>
              <a:cxnLst/>
              <a:rect l="l" t="t" r="r" b="b"/>
              <a:pathLst>
                <a:path w="800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799" y="1803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42;p30">
              <a:extLst>
                <a:ext uri="{FF2B5EF4-FFF2-40B4-BE49-F238E27FC236}">
                  <a16:creationId xmlns:a16="http://schemas.microsoft.com/office/drawing/2014/main" id="{7989AB86-A8EF-D43D-8A46-BA8C730C45E6}"/>
                </a:ext>
              </a:extLst>
            </p:cNvPr>
            <p:cNvSpPr/>
            <p:nvPr/>
          </p:nvSpPr>
          <p:spPr>
            <a:xfrm>
              <a:off x="2130300" y="1677025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43;p30">
              <a:extLst>
                <a:ext uri="{FF2B5EF4-FFF2-40B4-BE49-F238E27FC236}">
                  <a16:creationId xmlns:a16="http://schemas.microsoft.com/office/drawing/2014/main" id="{71BB94F6-A1EA-451A-91AE-5641BC16B33D}"/>
                </a:ext>
              </a:extLst>
            </p:cNvPr>
            <p:cNvSpPr/>
            <p:nvPr/>
          </p:nvSpPr>
          <p:spPr>
            <a:xfrm>
              <a:off x="2130300" y="1722075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44;p30">
              <a:extLst>
                <a:ext uri="{FF2B5EF4-FFF2-40B4-BE49-F238E27FC236}">
                  <a16:creationId xmlns:a16="http://schemas.microsoft.com/office/drawing/2014/main" id="{41429695-3FD6-6BFC-C826-AE4EE35F990D}"/>
                </a:ext>
              </a:extLst>
            </p:cNvPr>
            <p:cNvSpPr/>
            <p:nvPr/>
          </p:nvSpPr>
          <p:spPr>
            <a:xfrm>
              <a:off x="2170650" y="1767150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0"/>
                  </a:moveTo>
                  <a:lnTo>
                    <a:pt x="0" y="2696"/>
                  </a:lnTo>
                  <a:lnTo>
                    <a:pt x="816" y="2696"/>
                  </a:lnTo>
                  <a:lnTo>
                    <a:pt x="816" y="894"/>
                  </a:lnTo>
                  <a:lnTo>
                    <a:pt x="5675" y="894"/>
                  </a:lnTo>
                  <a:lnTo>
                    <a:pt x="5675" y="2696"/>
                  </a:lnTo>
                  <a:lnTo>
                    <a:pt x="6474" y="2696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45;p30">
              <a:extLst>
                <a:ext uri="{FF2B5EF4-FFF2-40B4-BE49-F238E27FC236}">
                  <a16:creationId xmlns:a16="http://schemas.microsoft.com/office/drawing/2014/main" id="{8E77E4EF-AF8E-A84C-CAE9-63AECD3160DB}"/>
                </a:ext>
              </a:extLst>
            </p:cNvPr>
            <p:cNvSpPr/>
            <p:nvPr/>
          </p:nvSpPr>
          <p:spPr>
            <a:xfrm>
              <a:off x="2170650" y="18345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16" y="894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46;p30">
              <a:extLst>
                <a:ext uri="{FF2B5EF4-FFF2-40B4-BE49-F238E27FC236}">
                  <a16:creationId xmlns:a16="http://schemas.microsoft.com/office/drawing/2014/main" id="{0FAC27DC-2027-1F41-61FC-A0746CACB7D5}"/>
                </a:ext>
              </a:extLst>
            </p:cNvPr>
            <p:cNvSpPr/>
            <p:nvPr/>
          </p:nvSpPr>
          <p:spPr>
            <a:xfrm>
              <a:off x="2312500" y="1834550"/>
              <a:ext cx="20000" cy="22350"/>
            </a:xfrm>
            <a:custGeom>
              <a:avLst/>
              <a:gdLst/>
              <a:ahLst/>
              <a:cxnLst/>
              <a:rect l="l" t="t" r="r" b="b"/>
              <a:pathLst>
                <a:path w="800" h="894" extrusionOk="0">
                  <a:moveTo>
                    <a:pt x="1" y="0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47;p30">
              <a:extLst>
                <a:ext uri="{FF2B5EF4-FFF2-40B4-BE49-F238E27FC236}">
                  <a16:creationId xmlns:a16="http://schemas.microsoft.com/office/drawing/2014/main" id="{0580763A-1D74-8EFE-FFD6-B9997698AC95}"/>
                </a:ext>
              </a:extLst>
            </p:cNvPr>
            <p:cNvSpPr/>
            <p:nvPr/>
          </p:nvSpPr>
          <p:spPr>
            <a:xfrm>
              <a:off x="2241575" y="1744425"/>
              <a:ext cx="20400" cy="22750"/>
            </a:xfrm>
            <a:custGeom>
              <a:avLst/>
              <a:gdLst/>
              <a:ahLst/>
              <a:cxnLst/>
              <a:rect l="l" t="t" r="r" b="b"/>
              <a:pathLst>
                <a:path w="816" h="910" extrusionOk="0">
                  <a:moveTo>
                    <a:pt x="1" y="0"/>
                  </a:moveTo>
                  <a:lnTo>
                    <a:pt x="1" y="909"/>
                  </a:lnTo>
                  <a:lnTo>
                    <a:pt x="816" y="90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48;p30">
              <a:extLst>
                <a:ext uri="{FF2B5EF4-FFF2-40B4-BE49-F238E27FC236}">
                  <a16:creationId xmlns:a16="http://schemas.microsoft.com/office/drawing/2014/main" id="{C77E8D41-31DD-48C4-A69C-B30B7D404213}"/>
                </a:ext>
              </a:extLst>
            </p:cNvPr>
            <p:cNvSpPr/>
            <p:nvPr/>
          </p:nvSpPr>
          <p:spPr>
            <a:xfrm>
              <a:off x="2312500" y="1677025"/>
              <a:ext cx="20000" cy="45075"/>
            </a:xfrm>
            <a:custGeom>
              <a:avLst/>
              <a:gdLst/>
              <a:ahLst/>
              <a:cxnLst/>
              <a:rect l="l" t="t" r="r" b="b"/>
              <a:pathLst>
                <a:path w="800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00" y="1803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49;p30">
              <a:extLst>
                <a:ext uri="{FF2B5EF4-FFF2-40B4-BE49-F238E27FC236}">
                  <a16:creationId xmlns:a16="http://schemas.microsoft.com/office/drawing/2014/main" id="{2470B282-AFC8-A9BD-DF94-8488FB9A0F96}"/>
                </a:ext>
              </a:extLst>
            </p:cNvPr>
            <p:cNvSpPr/>
            <p:nvPr/>
          </p:nvSpPr>
          <p:spPr>
            <a:xfrm>
              <a:off x="2170650" y="1677025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50;p30">
              <a:extLst>
                <a:ext uri="{FF2B5EF4-FFF2-40B4-BE49-F238E27FC236}">
                  <a16:creationId xmlns:a16="http://schemas.microsoft.com/office/drawing/2014/main" id="{6692500D-256F-4EA9-59BE-D8A9B02B0082}"/>
                </a:ext>
              </a:extLst>
            </p:cNvPr>
            <p:cNvSpPr/>
            <p:nvPr/>
          </p:nvSpPr>
          <p:spPr>
            <a:xfrm>
              <a:off x="22921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851;p30">
              <a:extLst>
                <a:ext uri="{FF2B5EF4-FFF2-40B4-BE49-F238E27FC236}">
                  <a16:creationId xmlns:a16="http://schemas.microsoft.com/office/drawing/2014/main" id="{B702D4D2-6D75-D587-78DB-6AC4BC0DFE0E}"/>
                </a:ext>
              </a:extLst>
            </p:cNvPr>
            <p:cNvSpPr/>
            <p:nvPr/>
          </p:nvSpPr>
          <p:spPr>
            <a:xfrm>
              <a:off x="21910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18573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스탯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6996982" cy="2667300"/>
          </a:xfrm>
          <a:prstGeom prst="rect">
            <a:avLst/>
          </a:prstGeom>
        </p:spPr>
        <p:txBody>
          <a:bodyPr spcFirstLastPara="1" wrap="square" lIns="0" tIns="0" rIns="0" bIns="0" numCol="2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스탯은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주사위와 레벨업으로도 변경 가능한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주스탯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오직 유물로만 변경할 수 있는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부스탯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나뉩니다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캐릭터별 밸런스를 위해 특정 캐릭터의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부스탯이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달라질 수 있습니다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주스탯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체력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방어력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공격력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주문력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총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이며 설명은 다음과 같습니다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체력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최대 체력 증가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방어력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최대 방어도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오버 체력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-&gt; </a:t>
            </a:r>
            <a:r>
              <a:rPr lang="ko-KR" altLang="en-US" sz="105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하스스톤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방어도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공격력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물리 공격력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5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주문력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마법 공격력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최대 마나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Clr>
                <a:srgbClr val="352381"/>
              </a:buClr>
              <a:buSzPct val="100000"/>
              <a:buNone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None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부스탯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체력 회복력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방어 회복력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마나 회복력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치명타 확률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치명타 공격력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총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5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이며 설명은 다음과 같습니다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체력 회복력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턴 종료 후 수치만큼 체력 회복 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Clr>
                <a:srgbClr val="352381"/>
              </a:buClr>
              <a:buSzPct val="100000"/>
              <a:buNone/>
            </a:pP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최대 체력 넘김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X)</a:t>
            </a: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 startAt="2"/>
            </a:pP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방어 회복력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턴 종료 후 이전 턴에 피해를 받지 않았다면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수치만큼 방어도 회복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Clr>
                <a:srgbClr val="352381"/>
              </a:buClr>
              <a:buSzPct val="100000"/>
              <a:buNone/>
            </a:pP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최대 방어도 넘김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X)</a:t>
            </a:r>
          </a:p>
          <a:p>
            <a:pPr marL="685800" lvl="1" indent="-228600">
              <a:buClr>
                <a:srgbClr val="352381"/>
              </a:buClr>
              <a:buSzPct val="100000"/>
              <a:buFont typeface="+mj-ea"/>
              <a:buAutoNum type="circleNumDbPlain" startAt="3"/>
            </a:pP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마나 회복력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턴 종료 후 수치만큼 마나 회복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Clr>
                <a:srgbClr val="352381"/>
              </a:buClr>
              <a:buSzPct val="100000"/>
              <a:buNone/>
            </a:pP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최대 마나 넘김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X)</a:t>
            </a:r>
          </a:p>
          <a:p>
            <a:pPr marL="685800" lvl="1" indent="-228600">
              <a:buClr>
                <a:srgbClr val="352381"/>
              </a:buClr>
              <a:buSzPct val="100000"/>
              <a:buFont typeface="+mj-ea"/>
              <a:buAutoNum type="circleNumDbPlain" startAt="3"/>
            </a:pP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치명타 확률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치명타 공격을 발생시킬 확률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685800" lvl="1" indent="-228600">
              <a:buClr>
                <a:srgbClr val="352381"/>
              </a:buClr>
              <a:buSzPct val="100000"/>
              <a:buFont typeface="+mj-ea"/>
              <a:buAutoNum type="circleNumDbPlain" startAt="3"/>
            </a:pP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치명타 공격력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치명타 공격 시 추가 데미지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lnSpc>
                <a:spcPct val="150000"/>
              </a:lnSpc>
              <a:buClr>
                <a:srgbClr val="352381"/>
              </a:buClr>
              <a:buSzPct val="100000"/>
              <a:buFont typeface="+mj-ea"/>
              <a:buAutoNum type="circleNumDbPlain" startAt="3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4066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공격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공격은 무기를 보유하고 있을 시 무기에 따라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물리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or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마법 공격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하고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미보유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시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체력 공격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None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물리 공격 총 데미지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무기 공격력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스탯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공격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마법 공격 총 데미지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 공격력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스탯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주문력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None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체력 공격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(=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공격한 몬스터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HP)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 현재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체력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방어도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]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공격한 몬스터의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HP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만큼 깎아 공격합니다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만약 현재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체력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방어도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]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공격한 몬스터의 체력보다 낮다면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게임오버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무기의 공격력이 몬스터의 체력보다 낮더라도 공격은 수행이 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grpSp>
        <p:nvGrpSpPr>
          <p:cNvPr id="14389" name="Google Shape;14389;p36"/>
          <p:cNvGrpSpPr/>
          <p:nvPr/>
        </p:nvGrpSpPr>
        <p:grpSpPr>
          <a:xfrm rot="-9127115">
            <a:off x="7694970" y="882836"/>
            <a:ext cx="316152" cy="1149676"/>
            <a:chOff x="4455175" y="2826325"/>
            <a:chExt cx="114450" cy="416200"/>
          </a:xfrm>
        </p:grpSpPr>
        <p:sp>
          <p:nvSpPr>
            <p:cNvPr id="14390" name="Google Shape;14390;p36"/>
            <p:cNvSpPr/>
            <p:nvPr/>
          </p:nvSpPr>
          <p:spPr>
            <a:xfrm>
              <a:off x="4475950" y="32044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916" y="106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1" name="Google Shape;14391;p36"/>
            <p:cNvSpPr/>
            <p:nvPr/>
          </p:nvSpPr>
          <p:spPr>
            <a:xfrm>
              <a:off x="4475950" y="3188400"/>
              <a:ext cx="72900" cy="27075"/>
            </a:xfrm>
            <a:custGeom>
              <a:avLst/>
              <a:gdLst/>
              <a:ahLst/>
              <a:cxnLst/>
              <a:rect l="l" t="t" r="r" b="b"/>
              <a:pathLst>
                <a:path w="2916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2916" y="1082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2" name="Google Shape;14392;p36"/>
            <p:cNvSpPr/>
            <p:nvPr/>
          </p:nvSpPr>
          <p:spPr>
            <a:xfrm>
              <a:off x="4475950" y="31656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2916" y="1067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3" name="Google Shape;14393;p36"/>
            <p:cNvSpPr/>
            <p:nvPr/>
          </p:nvSpPr>
          <p:spPr>
            <a:xfrm>
              <a:off x="4499075" y="31504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4" name="Google Shape;14394;p36"/>
            <p:cNvSpPr/>
            <p:nvPr/>
          </p:nvSpPr>
          <p:spPr>
            <a:xfrm>
              <a:off x="4499075" y="31237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5" name="Google Shape;14395;p36"/>
            <p:cNvSpPr/>
            <p:nvPr/>
          </p:nvSpPr>
          <p:spPr>
            <a:xfrm>
              <a:off x="4499075" y="31774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6" name="Google Shape;14396;p36"/>
            <p:cNvSpPr/>
            <p:nvPr/>
          </p:nvSpPr>
          <p:spPr>
            <a:xfrm>
              <a:off x="4499075" y="32044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7" name="Google Shape;14397;p36"/>
            <p:cNvSpPr/>
            <p:nvPr/>
          </p:nvSpPr>
          <p:spPr>
            <a:xfrm>
              <a:off x="4499075" y="32154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8" name="Google Shape;14398;p36"/>
            <p:cNvSpPr/>
            <p:nvPr/>
          </p:nvSpPr>
          <p:spPr>
            <a:xfrm>
              <a:off x="4499075" y="30426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9" name="Google Shape;14399;p36"/>
            <p:cNvSpPr/>
            <p:nvPr/>
          </p:nvSpPr>
          <p:spPr>
            <a:xfrm>
              <a:off x="4499075" y="301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0" name="Google Shape;14400;p36"/>
            <p:cNvSpPr/>
            <p:nvPr/>
          </p:nvSpPr>
          <p:spPr>
            <a:xfrm>
              <a:off x="4499075" y="30696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1" name="Google Shape;14401;p36"/>
            <p:cNvSpPr/>
            <p:nvPr/>
          </p:nvSpPr>
          <p:spPr>
            <a:xfrm>
              <a:off x="4499075" y="30967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2" name="Google Shape;14402;p36"/>
            <p:cNvSpPr/>
            <p:nvPr/>
          </p:nvSpPr>
          <p:spPr>
            <a:xfrm>
              <a:off x="4499075" y="29352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3" name="Google Shape;14403;p36"/>
            <p:cNvSpPr/>
            <p:nvPr/>
          </p:nvSpPr>
          <p:spPr>
            <a:xfrm>
              <a:off x="4499075" y="29082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4" name="Google Shape;14404;p36"/>
            <p:cNvSpPr/>
            <p:nvPr/>
          </p:nvSpPr>
          <p:spPr>
            <a:xfrm>
              <a:off x="4499075" y="29619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5" name="Google Shape;14405;p36"/>
            <p:cNvSpPr/>
            <p:nvPr/>
          </p:nvSpPr>
          <p:spPr>
            <a:xfrm>
              <a:off x="4499075" y="29889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6" name="Google Shape;14406;p36"/>
            <p:cNvSpPr/>
            <p:nvPr/>
          </p:nvSpPr>
          <p:spPr>
            <a:xfrm>
              <a:off x="4504175" y="2826325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7" name="Google Shape;14407;p36"/>
            <p:cNvSpPr/>
            <p:nvPr/>
          </p:nvSpPr>
          <p:spPr>
            <a:xfrm>
              <a:off x="450417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8" y="643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8" name="Google Shape;14408;p36"/>
            <p:cNvSpPr/>
            <p:nvPr/>
          </p:nvSpPr>
          <p:spPr>
            <a:xfrm>
              <a:off x="450417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9" name="Google Shape;14409;p36"/>
            <p:cNvSpPr/>
            <p:nvPr/>
          </p:nvSpPr>
          <p:spPr>
            <a:xfrm>
              <a:off x="452062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0" name="Google Shape;14410;p36"/>
            <p:cNvSpPr/>
            <p:nvPr/>
          </p:nvSpPr>
          <p:spPr>
            <a:xfrm>
              <a:off x="452062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1" name="Google Shape;14411;p36"/>
            <p:cNvSpPr/>
            <p:nvPr/>
          </p:nvSpPr>
          <p:spPr>
            <a:xfrm>
              <a:off x="4537075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2" name="Google Shape;14412;p36"/>
            <p:cNvSpPr/>
            <p:nvPr/>
          </p:nvSpPr>
          <p:spPr>
            <a:xfrm>
              <a:off x="4553550" y="2875325"/>
              <a:ext cx="16075" cy="16475"/>
            </a:xfrm>
            <a:custGeom>
              <a:avLst/>
              <a:gdLst/>
              <a:ahLst/>
              <a:cxnLst/>
              <a:rect l="l" t="t" r="r" b="b"/>
              <a:pathLst>
                <a:path w="643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3" name="Google Shape;14413;p36"/>
            <p:cNvSpPr/>
            <p:nvPr/>
          </p:nvSpPr>
          <p:spPr>
            <a:xfrm>
              <a:off x="4487700" y="2842800"/>
              <a:ext cx="16500" cy="16075"/>
            </a:xfrm>
            <a:custGeom>
              <a:avLst/>
              <a:gdLst/>
              <a:ahLst/>
              <a:cxnLst/>
              <a:rect l="l" t="t" r="r" b="b"/>
              <a:pathLst>
                <a:path w="660" h="643" extrusionOk="0">
                  <a:moveTo>
                    <a:pt x="1" y="0"/>
                  </a:moveTo>
                  <a:lnTo>
                    <a:pt x="1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4" name="Google Shape;14414;p36"/>
            <p:cNvSpPr/>
            <p:nvPr/>
          </p:nvSpPr>
          <p:spPr>
            <a:xfrm>
              <a:off x="4487700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5" name="Google Shape;14415;p36"/>
            <p:cNvSpPr/>
            <p:nvPr/>
          </p:nvSpPr>
          <p:spPr>
            <a:xfrm>
              <a:off x="4471250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6" name="Google Shape;14416;p36"/>
            <p:cNvSpPr/>
            <p:nvPr/>
          </p:nvSpPr>
          <p:spPr>
            <a:xfrm>
              <a:off x="450417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7" name="Google Shape;14417;p36"/>
            <p:cNvSpPr/>
            <p:nvPr/>
          </p:nvSpPr>
          <p:spPr>
            <a:xfrm>
              <a:off x="452062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8" name="Google Shape;14418;p36"/>
            <p:cNvSpPr/>
            <p:nvPr/>
          </p:nvSpPr>
          <p:spPr>
            <a:xfrm>
              <a:off x="4537075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9" name="Google Shape;14419;p36"/>
            <p:cNvSpPr/>
            <p:nvPr/>
          </p:nvSpPr>
          <p:spPr>
            <a:xfrm>
              <a:off x="4487700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0" name="Google Shape;14420;p36"/>
            <p:cNvSpPr/>
            <p:nvPr/>
          </p:nvSpPr>
          <p:spPr>
            <a:xfrm>
              <a:off x="450417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1" name="Google Shape;14421;p36"/>
            <p:cNvSpPr/>
            <p:nvPr/>
          </p:nvSpPr>
          <p:spPr>
            <a:xfrm>
              <a:off x="452062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2" name="Google Shape;14422;p36"/>
            <p:cNvSpPr/>
            <p:nvPr/>
          </p:nvSpPr>
          <p:spPr>
            <a:xfrm>
              <a:off x="4487700" y="289177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3" name="Google Shape;14423;p36"/>
            <p:cNvSpPr/>
            <p:nvPr/>
          </p:nvSpPr>
          <p:spPr>
            <a:xfrm>
              <a:off x="4471250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4" name="Google Shape;14424;p36"/>
            <p:cNvSpPr/>
            <p:nvPr/>
          </p:nvSpPr>
          <p:spPr>
            <a:xfrm>
              <a:off x="4455175" y="2875325"/>
              <a:ext cx="16100" cy="16475"/>
            </a:xfrm>
            <a:custGeom>
              <a:avLst/>
              <a:gdLst/>
              <a:ahLst/>
              <a:cxnLst/>
              <a:rect l="l" t="t" r="r" b="b"/>
              <a:pathLst>
                <a:path w="644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5" name="Google Shape;14425;p36"/>
          <p:cNvGrpSpPr/>
          <p:nvPr/>
        </p:nvGrpSpPr>
        <p:grpSpPr>
          <a:xfrm>
            <a:off x="6462090" y="1876698"/>
            <a:ext cx="1961913" cy="2726799"/>
            <a:chOff x="2089925" y="560600"/>
            <a:chExt cx="323700" cy="449900"/>
          </a:xfrm>
        </p:grpSpPr>
        <p:sp>
          <p:nvSpPr>
            <p:cNvPr id="14426" name="Google Shape;14426;p36"/>
            <p:cNvSpPr/>
            <p:nvPr/>
          </p:nvSpPr>
          <p:spPr>
            <a:xfrm>
              <a:off x="2089925" y="695800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7" name="Google Shape;14427;p36"/>
            <p:cNvSpPr/>
            <p:nvPr/>
          </p:nvSpPr>
          <p:spPr>
            <a:xfrm>
              <a:off x="2393225" y="695800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816" y="1787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8" name="Google Shape;14428;p36"/>
            <p:cNvSpPr/>
            <p:nvPr/>
          </p:nvSpPr>
          <p:spPr>
            <a:xfrm>
              <a:off x="2109900" y="560600"/>
              <a:ext cx="283350" cy="224975"/>
            </a:xfrm>
            <a:custGeom>
              <a:avLst/>
              <a:gdLst/>
              <a:ahLst/>
              <a:cxnLst/>
              <a:rect l="l" t="t" r="r" b="b"/>
              <a:pathLst>
                <a:path w="11334" h="8999" extrusionOk="0">
                  <a:moveTo>
                    <a:pt x="816" y="1"/>
                  </a:moveTo>
                  <a:lnTo>
                    <a:pt x="816" y="894"/>
                  </a:lnTo>
                  <a:lnTo>
                    <a:pt x="1" y="894"/>
                  </a:lnTo>
                  <a:lnTo>
                    <a:pt x="1" y="8998"/>
                  </a:lnTo>
                  <a:lnTo>
                    <a:pt x="11333" y="8998"/>
                  </a:lnTo>
                  <a:lnTo>
                    <a:pt x="11333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9" name="Google Shape;14429;p36"/>
            <p:cNvSpPr/>
            <p:nvPr/>
          </p:nvSpPr>
          <p:spPr>
            <a:xfrm>
              <a:off x="2130300" y="560600"/>
              <a:ext cx="242575" cy="22375"/>
            </a:xfrm>
            <a:custGeom>
              <a:avLst/>
              <a:gdLst/>
              <a:ahLst/>
              <a:cxnLst/>
              <a:rect l="l" t="t" r="r" b="b"/>
              <a:pathLst>
                <a:path w="9703" h="895" extrusionOk="0">
                  <a:moveTo>
                    <a:pt x="0" y="1"/>
                  </a:moveTo>
                  <a:lnTo>
                    <a:pt x="0" y="894"/>
                  </a:lnTo>
                  <a:lnTo>
                    <a:pt x="9702" y="894"/>
                  </a:lnTo>
                  <a:lnTo>
                    <a:pt x="97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0" name="Google Shape;14430;p36"/>
            <p:cNvSpPr/>
            <p:nvPr/>
          </p:nvSpPr>
          <p:spPr>
            <a:xfrm>
              <a:off x="2150675" y="695800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799" y="1787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1" name="Google Shape;14431;p36"/>
            <p:cNvSpPr/>
            <p:nvPr/>
          </p:nvSpPr>
          <p:spPr>
            <a:xfrm>
              <a:off x="2109900" y="582950"/>
              <a:ext cx="20425" cy="45075"/>
            </a:xfrm>
            <a:custGeom>
              <a:avLst/>
              <a:gdLst/>
              <a:ahLst/>
              <a:cxnLst/>
              <a:rect l="l" t="t" r="r" b="b"/>
              <a:pathLst>
                <a:path w="817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2" name="Google Shape;14432;p36"/>
            <p:cNvSpPr/>
            <p:nvPr/>
          </p:nvSpPr>
          <p:spPr>
            <a:xfrm>
              <a:off x="2332475" y="695800"/>
              <a:ext cx="20425" cy="44700"/>
            </a:xfrm>
            <a:custGeom>
              <a:avLst/>
              <a:gdLst/>
              <a:ahLst/>
              <a:cxnLst/>
              <a:rect l="l" t="t" r="r" b="b"/>
              <a:pathLst>
                <a:path w="817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3" name="Google Shape;14433;p36"/>
            <p:cNvSpPr/>
            <p:nvPr/>
          </p:nvSpPr>
          <p:spPr>
            <a:xfrm>
              <a:off x="2201225" y="763200"/>
              <a:ext cx="101125" cy="22375"/>
            </a:xfrm>
            <a:custGeom>
              <a:avLst/>
              <a:gdLst/>
              <a:ahLst/>
              <a:cxnLst/>
              <a:rect l="l" t="t" r="r" b="b"/>
              <a:pathLst>
                <a:path w="4045" h="895" extrusionOk="0">
                  <a:moveTo>
                    <a:pt x="0" y="1"/>
                  </a:moveTo>
                  <a:lnTo>
                    <a:pt x="0" y="894"/>
                  </a:lnTo>
                  <a:lnTo>
                    <a:pt x="4044" y="894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4" name="Google Shape;14434;p36"/>
            <p:cNvSpPr/>
            <p:nvPr/>
          </p:nvSpPr>
          <p:spPr>
            <a:xfrm>
              <a:off x="2292125" y="6507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1" y="0"/>
                  </a:moveTo>
                  <a:lnTo>
                    <a:pt x="1" y="893"/>
                  </a:lnTo>
                  <a:lnTo>
                    <a:pt x="816" y="89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5" name="Google Shape;14435;p36"/>
            <p:cNvSpPr/>
            <p:nvPr/>
          </p:nvSpPr>
          <p:spPr>
            <a:xfrm>
              <a:off x="2170650" y="785550"/>
              <a:ext cx="161850" cy="135200"/>
            </a:xfrm>
            <a:custGeom>
              <a:avLst/>
              <a:gdLst/>
              <a:ahLst/>
              <a:cxnLst/>
              <a:rect l="l" t="t" r="r" b="b"/>
              <a:pathLst>
                <a:path w="6474" h="5408" extrusionOk="0">
                  <a:moveTo>
                    <a:pt x="0" y="0"/>
                  </a:moveTo>
                  <a:lnTo>
                    <a:pt x="0" y="5408"/>
                  </a:lnTo>
                  <a:lnTo>
                    <a:pt x="6474" y="5408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6" name="Google Shape;14436;p36"/>
            <p:cNvSpPr/>
            <p:nvPr/>
          </p:nvSpPr>
          <p:spPr>
            <a:xfrm>
              <a:off x="2150675" y="808275"/>
              <a:ext cx="202225" cy="22350"/>
            </a:xfrm>
            <a:custGeom>
              <a:avLst/>
              <a:gdLst/>
              <a:ahLst/>
              <a:cxnLst/>
              <a:rect l="l" t="t" r="r" b="b"/>
              <a:pathLst>
                <a:path w="8089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088" y="894"/>
                  </a:lnTo>
                  <a:lnTo>
                    <a:pt x="80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7" name="Google Shape;14437;p36"/>
            <p:cNvSpPr/>
            <p:nvPr/>
          </p:nvSpPr>
          <p:spPr>
            <a:xfrm>
              <a:off x="2130300" y="830600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0" y="1"/>
                  </a:moveTo>
                  <a:lnTo>
                    <a:pt x="0" y="3606"/>
                  </a:lnTo>
                  <a:lnTo>
                    <a:pt x="815" y="3606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8" name="Google Shape;14438;p36"/>
            <p:cNvSpPr/>
            <p:nvPr/>
          </p:nvSpPr>
          <p:spPr>
            <a:xfrm>
              <a:off x="2352875" y="830600"/>
              <a:ext cx="20000" cy="90150"/>
            </a:xfrm>
            <a:custGeom>
              <a:avLst/>
              <a:gdLst/>
              <a:ahLst/>
              <a:cxnLst/>
              <a:rect l="l" t="t" r="r" b="b"/>
              <a:pathLst>
                <a:path w="800" h="3606" extrusionOk="0">
                  <a:moveTo>
                    <a:pt x="0" y="1"/>
                  </a:moveTo>
                  <a:lnTo>
                    <a:pt x="0" y="3606"/>
                  </a:lnTo>
                  <a:lnTo>
                    <a:pt x="799" y="3606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9" name="Google Shape;14439;p36"/>
            <p:cNvSpPr/>
            <p:nvPr/>
          </p:nvSpPr>
          <p:spPr>
            <a:xfrm>
              <a:off x="2170650" y="920725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1"/>
                  </a:moveTo>
                  <a:lnTo>
                    <a:pt x="0" y="2697"/>
                  </a:lnTo>
                  <a:lnTo>
                    <a:pt x="816" y="2697"/>
                  </a:lnTo>
                  <a:lnTo>
                    <a:pt x="816" y="894"/>
                  </a:lnTo>
                  <a:lnTo>
                    <a:pt x="5675" y="894"/>
                  </a:lnTo>
                  <a:lnTo>
                    <a:pt x="5675" y="2697"/>
                  </a:lnTo>
                  <a:lnTo>
                    <a:pt x="6474" y="2697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0" name="Google Shape;14440;p36"/>
            <p:cNvSpPr/>
            <p:nvPr/>
          </p:nvSpPr>
          <p:spPr>
            <a:xfrm>
              <a:off x="2170650" y="988125"/>
              <a:ext cx="20400" cy="22375"/>
            </a:xfrm>
            <a:custGeom>
              <a:avLst/>
              <a:gdLst/>
              <a:ahLst/>
              <a:cxnLst/>
              <a:rect l="l" t="t" r="r" b="b"/>
              <a:pathLst>
                <a:path w="816" h="895" extrusionOk="0">
                  <a:moveTo>
                    <a:pt x="0" y="1"/>
                  </a:moveTo>
                  <a:lnTo>
                    <a:pt x="0" y="894"/>
                  </a:lnTo>
                  <a:lnTo>
                    <a:pt x="816" y="894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1" name="Google Shape;14441;p36"/>
            <p:cNvSpPr/>
            <p:nvPr/>
          </p:nvSpPr>
          <p:spPr>
            <a:xfrm>
              <a:off x="2312500" y="988125"/>
              <a:ext cx="20000" cy="22375"/>
            </a:xfrm>
            <a:custGeom>
              <a:avLst/>
              <a:gdLst/>
              <a:ahLst/>
              <a:cxnLst/>
              <a:rect l="l" t="t" r="r" b="b"/>
              <a:pathLst>
                <a:path w="800" h="895" extrusionOk="0">
                  <a:moveTo>
                    <a:pt x="1" y="1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2" name="Google Shape;14442;p36"/>
            <p:cNvSpPr/>
            <p:nvPr/>
          </p:nvSpPr>
          <p:spPr>
            <a:xfrm>
              <a:off x="2271750" y="83060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3" name="Google Shape;14443;p36"/>
            <p:cNvSpPr/>
            <p:nvPr/>
          </p:nvSpPr>
          <p:spPr>
            <a:xfrm>
              <a:off x="2191025" y="785550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1245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무기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2" name="Google Shape;14388;p36">
            <a:extLst>
              <a:ext uri="{FF2B5EF4-FFF2-40B4-BE49-F238E27FC236}">
                <a16:creationId xmlns:a16="http://schemas.microsoft.com/office/drawing/2014/main" id="{6456D408-1E70-48BC-5A48-AC6588B217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무기는 캐릭터 구분 없이 모두 사용할 수 있지만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자기 캐릭터에 특화된 무기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 시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추가 공격력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(+1)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얻습니다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무기로 적을 공격 시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내구도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감소합니다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 내구도가 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될 시 무기는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파괴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됩니다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무기는 최대 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보유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할 수 있습니다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1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무기의 종류로는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검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전사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), </a:t>
            </a:r>
            <a:r>
              <a:rPr lang="ko-KR" altLang="en-US" sz="11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완드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법사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표창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도적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활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궁수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구성되어 있으며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종류마다 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8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씩 총 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32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무기는 등장 확률에 따라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일반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레어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1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에픽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레전드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총 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등급이 있으며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등급 별 공격력이 달라집니다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(ex.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일반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(1~4),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레어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(3~6))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1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검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표창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활은 모두 무기 속성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물리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마법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</a:t>
            </a:r>
            <a:r>
              <a:rPr lang="ko-KR" altLang="en-US" sz="11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반씩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나뉘고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완드만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모두 마법 속성 무기로 구성되어 있습니다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완드는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공격 시 공격력의 반만큼 </a:t>
            </a:r>
            <a:r>
              <a:rPr lang="ko-KR" altLang="en-US" sz="11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마나를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소모하며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만약 </a:t>
            </a:r>
            <a:r>
              <a:rPr lang="ko-KR" altLang="en-US" sz="11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마나가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충분하지 않다면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물리 공격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(1Dmg)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줍니다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5530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유물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유물은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유물 상자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열어 얻거나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상인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NPC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에게서 구매를 통해 얻을 수 있습니다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유물은 총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50~80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제작할 예정입니다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유물은 단순히 플레이어의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스탯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증가시켜주거나 아예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새로운 효과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부여하는 등 다양한 효과와 디자인을 가질 것입니다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보유한 유물은 유물 보관함 버튼을 통해 확인할 수 있습니다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유물에 대한 개념은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아이작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브로테이토의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패시브 아이템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생각하시면 편하게 이해할 수 있습니다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유물이 항상 이로운 효과만 주는 것은 아니며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디버프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도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있기에 전략적인 선택을 요구하도록 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grpSp>
        <p:nvGrpSpPr>
          <p:cNvPr id="2" name="Google Shape;13828;p30">
            <a:extLst>
              <a:ext uri="{FF2B5EF4-FFF2-40B4-BE49-F238E27FC236}">
                <a16:creationId xmlns:a16="http://schemas.microsoft.com/office/drawing/2014/main" id="{1CE7E9BE-870A-65AF-90D5-874FA5A94AB9}"/>
              </a:ext>
            </a:extLst>
          </p:cNvPr>
          <p:cNvGrpSpPr/>
          <p:nvPr/>
        </p:nvGrpSpPr>
        <p:grpSpPr>
          <a:xfrm>
            <a:off x="6455599" y="1872231"/>
            <a:ext cx="1968401" cy="2735732"/>
            <a:chOff x="2089925" y="1407025"/>
            <a:chExt cx="323700" cy="449875"/>
          </a:xfrm>
        </p:grpSpPr>
        <p:sp>
          <p:nvSpPr>
            <p:cNvPr id="3" name="Google Shape;13829;p30">
              <a:extLst>
                <a:ext uri="{FF2B5EF4-FFF2-40B4-BE49-F238E27FC236}">
                  <a16:creationId xmlns:a16="http://schemas.microsoft.com/office/drawing/2014/main" id="{B0753785-B347-3267-F138-B676FBE8D947}"/>
                </a:ext>
              </a:extLst>
            </p:cNvPr>
            <p:cNvSpPr/>
            <p:nvPr/>
          </p:nvSpPr>
          <p:spPr>
            <a:xfrm>
              <a:off x="2109900" y="1454450"/>
              <a:ext cx="283350" cy="177525"/>
            </a:xfrm>
            <a:custGeom>
              <a:avLst/>
              <a:gdLst/>
              <a:ahLst/>
              <a:cxnLst/>
              <a:rect l="l" t="t" r="r" b="b"/>
              <a:pathLst>
                <a:path w="11334" h="7101" extrusionOk="0">
                  <a:moveTo>
                    <a:pt x="1" y="0"/>
                  </a:moveTo>
                  <a:lnTo>
                    <a:pt x="1" y="7101"/>
                  </a:lnTo>
                  <a:lnTo>
                    <a:pt x="11333" y="7101"/>
                  </a:lnTo>
                  <a:lnTo>
                    <a:pt x="113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830;p30">
              <a:extLst>
                <a:ext uri="{FF2B5EF4-FFF2-40B4-BE49-F238E27FC236}">
                  <a16:creationId xmlns:a16="http://schemas.microsoft.com/office/drawing/2014/main" id="{8DFCEC81-9E9F-8D86-1322-258BD27E538C}"/>
                </a:ext>
              </a:extLst>
            </p:cNvPr>
            <p:cNvSpPr/>
            <p:nvPr/>
          </p:nvSpPr>
          <p:spPr>
            <a:xfrm>
              <a:off x="2089925" y="1542225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831;p30">
              <a:extLst>
                <a:ext uri="{FF2B5EF4-FFF2-40B4-BE49-F238E27FC236}">
                  <a16:creationId xmlns:a16="http://schemas.microsoft.com/office/drawing/2014/main" id="{8E61ED56-1C67-95A4-76AA-E2E8F697C4E0}"/>
                </a:ext>
              </a:extLst>
            </p:cNvPr>
            <p:cNvSpPr/>
            <p:nvPr/>
          </p:nvSpPr>
          <p:spPr>
            <a:xfrm>
              <a:off x="2150675" y="1542225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799" y="1787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832;p30">
              <a:extLst>
                <a:ext uri="{FF2B5EF4-FFF2-40B4-BE49-F238E27FC236}">
                  <a16:creationId xmlns:a16="http://schemas.microsoft.com/office/drawing/2014/main" id="{065F1860-0666-6728-5D50-2C769E3443C4}"/>
                </a:ext>
              </a:extLst>
            </p:cNvPr>
            <p:cNvSpPr/>
            <p:nvPr/>
          </p:nvSpPr>
          <p:spPr>
            <a:xfrm>
              <a:off x="2332475" y="1542225"/>
              <a:ext cx="20425" cy="44700"/>
            </a:xfrm>
            <a:custGeom>
              <a:avLst/>
              <a:gdLst/>
              <a:ahLst/>
              <a:cxnLst/>
              <a:rect l="l" t="t" r="r" b="b"/>
              <a:pathLst>
                <a:path w="817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833;p30">
              <a:extLst>
                <a:ext uri="{FF2B5EF4-FFF2-40B4-BE49-F238E27FC236}">
                  <a16:creationId xmlns:a16="http://schemas.microsoft.com/office/drawing/2014/main" id="{3261CEF3-71BA-5C6B-0FAB-C53BEE11F24B}"/>
                </a:ext>
              </a:extLst>
            </p:cNvPr>
            <p:cNvSpPr/>
            <p:nvPr/>
          </p:nvSpPr>
          <p:spPr>
            <a:xfrm>
              <a:off x="23932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834;p30">
              <a:extLst>
                <a:ext uri="{FF2B5EF4-FFF2-40B4-BE49-F238E27FC236}">
                  <a16:creationId xmlns:a16="http://schemas.microsoft.com/office/drawing/2014/main" id="{0F198FC1-E799-70AB-E066-4A3180175A14}"/>
                </a:ext>
              </a:extLst>
            </p:cNvPr>
            <p:cNvSpPr/>
            <p:nvPr/>
          </p:nvSpPr>
          <p:spPr>
            <a:xfrm>
              <a:off x="2201225" y="1609625"/>
              <a:ext cx="101125" cy="22350"/>
            </a:xfrm>
            <a:custGeom>
              <a:avLst/>
              <a:gdLst/>
              <a:ahLst/>
              <a:cxnLst/>
              <a:rect l="l" t="t" r="r" b="b"/>
              <a:pathLst>
                <a:path w="4045" h="894" extrusionOk="0">
                  <a:moveTo>
                    <a:pt x="0" y="0"/>
                  </a:moveTo>
                  <a:lnTo>
                    <a:pt x="0" y="894"/>
                  </a:lnTo>
                  <a:lnTo>
                    <a:pt x="4044" y="894"/>
                  </a:lnTo>
                  <a:lnTo>
                    <a:pt x="40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835;p30">
              <a:extLst>
                <a:ext uri="{FF2B5EF4-FFF2-40B4-BE49-F238E27FC236}">
                  <a16:creationId xmlns:a16="http://schemas.microsoft.com/office/drawing/2014/main" id="{90F0303B-B311-3BBF-F9CD-F55CD29FF6B9}"/>
                </a:ext>
              </a:extLst>
            </p:cNvPr>
            <p:cNvSpPr/>
            <p:nvPr/>
          </p:nvSpPr>
          <p:spPr>
            <a:xfrm>
              <a:off x="2109900" y="1407025"/>
              <a:ext cx="283350" cy="157550"/>
            </a:xfrm>
            <a:custGeom>
              <a:avLst/>
              <a:gdLst/>
              <a:ahLst/>
              <a:cxnLst/>
              <a:rect l="l" t="t" r="r" b="b"/>
              <a:pathLst>
                <a:path w="11334" h="6302" extrusionOk="0">
                  <a:moveTo>
                    <a:pt x="816" y="1"/>
                  </a:moveTo>
                  <a:lnTo>
                    <a:pt x="816" y="894"/>
                  </a:lnTo>
                  <a:lnTo>
                    <a:pt x="1" y="894"/>
                  </a:lnTo>
                  <a:lnTo>
                    <a:pt x="1" y="6302"/>
                  </a:lnTo>
                  <a:lnTo>
                    <a:pt x="816" y="6302"/>
                  </a:lnTo>
                  <a:lnTo>
                    <a:pt x="816" y="3606"/>
                  </a:lnTo>
                  <a:lnTo>
                    <a:pt x="1631" y="3606"/>
                  </a:lnTo>
                  <a:lnTo>
                    <a:pt x="1631" y="2696"/>
                  </a:lnTo>
                  <a:lnTo>
                    <a:pt x="9719" y="2696"/>
                  </a:lnTo>
                  <a:lnTo>
                    <a:pt x="9719" y="3606"/>
                  </a:lnTo>
                  <a:lnTo>
                    <a:pt x="10518" y="3606"/>
                  </a:lnTo>
                  <a:lnTo>
                    <a:pt x="10518" y="6302"/>
                  </a:lnTo>
                  <a:lnTo>
                    <a:pt x="11333" y="6302"/>
                  </a:lnTo>
                  <a:lnTo>
                    <a:pt x="11333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836;p30">
              <a:extLst>
                <a:ext uri="{FF2B5EF4-FFF2-40B4-BE49-F238E27FC236}">
                  <a16:creationId xmlns:a16="http://schemas.microsoft.com/office/drawing/2014/main" id="{B19857ED-9840-EDC9-1F73-A265F38FB97C}"/>
                </a:ext>
              </a:extLst>
            </p:cNvPr>
            <p:cNvSpPr/>
            <p:nvPr/>
          </p:nvSpPr>
          <p:spPr>
            <a:xfrm>
              <a:off x="2109900" y="1744425"/>
              <a:ext cx="40800" cy="67800"/>
            </a:xfrm>
            <a:custGeom>
              <a:avLst/>
              <a:gdLst/>
              <a:ahLst/>
              <a:cxnLst/>
              <a:rect l="l" t="t" r="r" b="b"/>
              <a:pathLst>
                <a:path w="1632" h="2712" extrusionOk="0">
                  <a:moveTo>
                    <a:pt x="1" y="0"/>
                  </a:moveTo>
                  <a:lnTo>
                    <a:pt x="1" y="2712"/>
                  </a:lnTo>
                  <a:lnTo>
                    <a:pt x="816" y="2712"/>
                  </a:lnTo>
                  <a:lnTo>
                    <a:pt x="816" y="1803"/>
                  </a:lnTo>
                  <a:lnTo>
                    <a:pt x="1631" y="1803"/>
                  </a:lnTo>
                  <a:lnTo>
                    <a:pt x="1631" y="909"/>
                  </a:lnTo>
                  <a:lnTo>
                    <a:pt x="816" y="90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837;p30">
              <a:extLst>
                <a:ext uri="{FF2B5EF4-FFF2-40B4-BE49-F238E27FC236}">
                  <a16:creationId xmlns:a16="http://schemas.microsoft.com/office/drawing/2014/main" id="{CC45B6D3-615B-7794-9F42-17C673DC75DD}"/>
                </a:ext>
              </a:extLst>
            </p:cNvPr>
            <p:cNvSpPr/>
            <p:nvPr/>
          </p:nvSpPr>
          <p:spPr>
            <a:xfrm>
              <a:off x="2170650" y="1744425"/>
              <a:ext cx="161850" cy="22750"/>
            </a:xfrm>
            <a:custGeom>
              <a:avLst/>
              <a:gdLst/>
              <a:ahLst/>
              <a:cxnLst/>
              <a:rect l="l" t="t" r="r" b="b"/>
              <a:pathLst>
                <a:path w="6474" h="910" extrusionOk="0">
                  <a:moveTo>
                    <a:pt x="0" y="0"/>
                  </a:moveTo>
                  <a:lnTo>
                    <a:pt x="0" y="909"/>
                  </a:lnTo>
                  <a:lnTo>
                    <a:pt x="6474" y="909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838;p30">
              <a:extLst>
                <a:ext uri="{FF2B5EF4-FFF2-40B4-BE49-F238E27FC236}">
                  <a16:creationId xmlns:a16="http://schemas.microsoft.com/office/drawing/2014/main" id="{6352D426-FFA7-76CE-081F-FBD2E3CCE9B3}"/>
                </a:ext>
              </a:extLst>
            </p:cNvPr>
            <p:cNvSpPr/>
            <p:nvPr/>
          </p:nvSpPr>
          <p:spPr>
            <a:xfrm>
              <a:off x="2170650" y="1631950"/>
              <a:ext cx="161850" cy="112500"/>
            </a:xfrm>
            <a:custGeom>
              <a:avLst/>
              <a:gdLst/>
              <a:ahLst/>
              <a:cxnLst/>
              <a:rect l="l" t="t" r="r" b="b"/>
              <a:pathLst>
                <a:path w="6474" h="4500" extrusionOk="0">
                  <a:moveTo>
                    <a:pt x="0" y="1"/>
                  </a:moveTo>
                  <a:lnTo>
                    <a:pt x="0" y="4499"/>
                  </a:lnTo>
                  <a:lnTo>
                    <a:pt x="6474" y="4499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39;p30">
              <a:extLst>
                <a:ext uri="{FF2B5EF4-FFF2-40B4-BE49-F238E27FC236}">
                  <a16:creationId xmlns:a16="http://schemas.microsoft.com/office/drawing/2014/main" id="{1A23F871-9709-FFAC-6432-02435239B184}"/>
                </a:ext>
              </a:extLst>
            </p:cNvPr>
            <p:cNvSpPr/>
            <p:nvPr/>
          </p:nvSpPr>
          <p:spPr>
            <a:xfrm>
              <a:off x="2150675" y="1654675"/>
              <a:ext cx="202225" cy="22375"/>
            </a:xfrm>
            <a:custGeom>
              <a:avLst/>
              <a:gdLst/>
              <a:ahLst/>
              <a:cxnLst/>
              <a:rect l="l" t="t" r="r" b="b"/>
              <a:pathLst>
                <a:path w="8089" h="895" extrusionOk="0">
                  <a:moveTo>
                    <a:pt x="0" y="1"/>
                  </a:moveTo>
                  <a:lnTo>
                    <a:pt x="0" y="894"/>
                  </a:lnTo>
                  <a:lnTo>
                    <a:pt x="8088" y="894"/>
                  </a:lnTo>
                  <a:lnTo>
                    <a:pt x="80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40;p30">
              <a:extLst>
                <a:ext uri="{FF2B5EF4-FFF2-40B4-BE49-F238E27FC236}">
                  <a16:creationId xmlns:a16="http://schemas.microsoft.com/office/drawing/2014/main" id="{B342B19A-C7F0-A0EE-8512-1A8424A7FC25}"/>
                </a:ext>
              </a:extLst>
            </p:cNvPr>
            <p:cNvSpPr/>
            <p:nvPr/>
          </p:nvSpPr>
          <p:spPr>
            <a:xfrm>
              <a:off x="2352875" y="1677025"/>
              <a:ext cx="20000" cy="45075"/>
            </a:xfrm>
            <a:custGeom>
              <a:avLst/>
              <a:gdLst/>
              <a:ahLst/>
              <a:cxnLst/>
              <a:rect l="l" t="t" r="r" b="b"/>
              <a:pathLst>
                <a:path w="800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799" y="1803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841;p30">
              <a:extLst>
                <a:ext uri="{FF2B5EF4-FFF2-40B4-BE49-F238E27FC236}">
                  <a16:creationId xmlns:a16="http://schemas.microsoft.com/office/drawing/2014/main" id="{71B487AD-2060-EA47-8758-04EB491549C5}"/>
                </a:ext>
              </a:extLst>
            </p:cNvPr>
            <p:cNvSpPr/>
            <p:nvPr/>
          </p:nvSpPr>
          <p:spPr>
            <a:xfrm>
              <a:off x="2352875" y="1722075"/>
              <a:ext cx="20000" cy="45100"/>
            </a:xfrm>
            <a:custGeom>
              <a:avLst/>
              <a:gdLst/>
              <a:ahLst/>
              <a:cxnLst/>
              <a:rect l="l" t="t" r="r" b="b"/>
              <a:pathLst>
                <a:path w="800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799" y="1803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42;p30">
              <a:extLst>
                <a:ext uri="{FF2B5EF4-FFF2-40B4-BE49-F238E27FC236}">
                  <a16:creationId xmlns:a16="http://schemas.microsoft.com/office/drawing/2014/main" id="{7989AB86-A8EF-D43D-8A46-BA8C730C45E6}"/>
                </a:ext>
              </a:extLst>
            </p:cNvPr>
            <p:cNvSpPr/>
            <p:nvPr/>
          </p:nvSpPr>
          <p:spPr>
            <a:xfrm>
              <a:off x="2130300" y="1677025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43;p30">
              <a:extLst>
                <a:ext uri="{FF2B5EF4-FFF2-40B4-BE49-F238E27FC236}">
                  <a16:creationId xmlns:a16="http://schemas.microsoft.com/office/drawing/2014/main" id="{71BB94F6-A1EA-451A-91AE-5641BC16B33D}"/>
                </a:ext>
              </a:extLst>
            </p:cNvPr>
            <p:cNvSpPr/>
            <p:nvPr/>
          </p:nvSpPr>
          <p:spPr>
            <a:xfrm>
              <a:off x="2130300" y="1722075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44;p30">
              <a:extLst>
                <a:ext uri="{FF2B5EF4-FFF2-40B4-BE49-F238E27FC236}">
                  <a16:creationId xmlns:a16="http://schemas.microsoft.com/office/drawing/2014/main" id="{41429695-3FD6-6BFC-C826-AE4EE35F990D}"/>
                </a:ext>
              </a:extLst>
            </p:cNvPr>
            <p:cNvSpPr/>
            <p:nvPr/>
          </p:nvSpPr>
          <p:spPr>
            <a:xfrm>
              <a:off x="2170650" y="1767150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0"/>
                  </a:moveTo>
                  <a:lnTo>
                    <a:pt x="0" y="2696"/>
                  </a:lnTo>
                  <a:lnTo>
                    <a:pt x="816" y="2696"/>
                  </a:lnTo>
                  <a:lnTo>
                    <a:pt x="816" y="894"/>
                  </a:lnTo>
                  <a:lnTo>
                    <a:pt x="5675" y="894"/>
                  </a:lnTo>
                  <a:lnTo>
                    <a:pt x="5675" y="2696"/>
                  </a:lnTo>
                  <a:lnTo>
                    <a:pt x="6474" y="2696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45;p30">
              <a:extLst>
                <a:ext uri="{FF2B5EF4-FFF2-40B4-BE49-F238E27FC236}">
                  <a16:creationId xmlns:a16="http://schemas.microsoft.com/office/drawing/2014/main" id="{8E77E4EF-AF8E-A84C-CAE9-63AECD3160DB}"/>
                </a:ext>
              </a:extLst>
            </p:cNvPr>
            <p:cNvSpPr/>
            <p:nvPr/>
          </p:nvSpPr>
          <p:spPr>
            <a:xfrm>
              <a:off x="2170650" y="18345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16" y="894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46;p30">
              <a:extLst>
                <a:ext uri="{FF2B5EF4-FFF2-40B4-BE49-F238E27FC236}">
                  <a16:creationId xmlns:a16="http://schemas.microsoft.com/office/drawing/2014/main" id="{0FAC27DC-2027-1F41-61FC-A0746CACB7D5}"/>
                </a:ext>
              </a:extLst>
            </p:cNvPr>
            <p:cNvSpPr/>
            <p:nvPr/>
          </p:nvSpPr>
          <p:spPr>
            <a:xfrm>
              <a:off x="2312500" y="1834550"/>
              <a:ext cx="20000" cy="22350"/>
            </a:xfrm>
            <a:custGeom>
              <a:avLst/>
              <a:gdLst/>
              <a:ahLst/>
              <a:cxnLst/>
              <a:rect l="l" t="t" r="r" b="b"/>
              <a:pathLst>
                <a:path w="800" h="894" extrusionOk="0">
                  <a:moveTo>
                    <a:pt x="1" y="0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47;p30">
              <a:extLst>
                <a:ext uri="{FF2B5EF4-FFF2-40B4-BE49-F238E27FC236}">
                  <a16:creationId xmlns:a16="http://schemas.microsoft.com/office/drawing/2014/main" id="{0580763A-1D74-8EFE-FFD6-B9997698AC95}"/>
                </a:ext>
              </a:extLst>
            </p:cNvPr>
            <p:cNvSpPr/>
            <p:nvPr/>
          </p:nvSpPr>
          <p:spPr>
            <a:xfrm>
              <a:off x="2241575" y="1744425"/>
              <a:ext cx="20400" cy="22750"/>
            </a:xfrm>
            <a:custGeom>
              <a:avLst/>
              <a:gdLst/>
              <a:ahLst/>
              <a:cxnLst/>
              <a:rect l="l" t="t" r="r" b="b"/>
              <a:pathLst>
                <a:path w="816" h="910" extrusionOk="0">
                  <a:moveTo>
                    <a:pt x="1" y="0"/>
                  </a:moveTo>
                  <a:lnTo>
                    <a:pt x="1" y="909"/>
                  </a:lnTo>
                  <a:lnTo>
                    <a:pt x="816" y="90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48;p30">
              <a:extLst>
                <a:ext uri="{FF2B5EF4-FFF2-40B4-BE49-F238E27FC236}">
                  <a16:creationId xmlns:a16="http://schemas.microsoft.com/office/drawing/2014/main" id="{C77E8D41-31DD-48C4-A69C-B30B7D404213}"/>
                </a:ext>
              </a:extLst>
            </p:cNvPr>
            <p:cNvSpPr/>
            <p:nvPr/>
          </p:nvSpPr>
          <p:spPr>
            <a:xfrm>
              <a:off x="2312500" y="1677025"/>
              <a:ext cx="20000" cy="45075"/>
            </a:xfrm>
            <a:custGeom>
              <a:avLst/>
              <a:gdLst/>
              <a:ahLst/>
              <a:cxnLst/>
              <a:rect l="l" t="t" r="r" b="b"/>
              <a:pathLst>
                <a:path w="800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00" y="1803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49;p30">
              <a:extLst>
                <a:ext uri="{FF2B5EF4-FFF2-40B4-BE49-F238E27FC236}">
                  <a16:creationId xmlns:a16="http://schemas.microsoft.com/office/drawing/2014/main" id="{2470B282-AFC8-A9BD-DF94-8488FB9A0F96}"/>
                </a:ext>
              </a:extLst>
            </p:cNvPr>
            <p:cNvSpPr/>
            <p:nvPr/>
          </p:nvSpPr>
          <p:spPr>
            <a:xfrm>
              <a:off x="2170650" y="1677025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50;p30">
              <a:extLst>
                <a:ext uri="{FF2B5EF4-FFF2-40B4-BE49-F238E27FC236}">
                  <a16:creationId xmlns:a16="http://schemas.microsoft.com/office/drawing/2014/main" id="{6692500D-256F-4EA9-59BE-D8A9B02B0082}"/>
                </a:ext>
              </a:extLst>
            </p:cNvPr>
            <p:cNvSpPr/>
            <p:nvPr/>
          </p:nvSpPr>
          <p:spPr>
            <a:xfrm>
              <a:off x="22921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851;p30">
              <a:extLst>
                <a:ext uri="{FF2B5EF4-FFF2-40B4-BE49-F238E27FC236}">
                  <a16:creationId xmlns:a16="http://schemas.microsoft.com/office/drawing/2014/main" id="{B702D4D2-6D75-D587-78DB-6AC4BC0DFE0E}"/>
                </a:ext>
              </a:extLst>
            </p:cNvPr>
            <p:cNvSpPr/>
            <p:nvPr/>
          </p:nvSpPr>
          <p:spPr>
            <a:xfrm>
              <a:off x="21910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26755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상자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2" name="Google Shape;14388;p36">
            <a:extLst>
              <a:ext uri="{FF2B5EF4-FFF2-40B4-BE49-F238E27FC236}">
                <a16:creationId xmlns:a16="http://schemas.microsoft.com/office/drawing/2014/main" id="{6456D408-1E70-48BC-5A48-AC6588B217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상자는 클릭 시 상자가 사라지고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상자 속 내용물이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드롭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되며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플레이어가 이동되지 않습니다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상자는 적을 처치하거나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자연적으로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스폰되는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등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다양하게 생성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추후 패치를 통해 아이템 열쇠로만 열 수 있는 상자를 만들 계획이며 출시 버전에는 구현하지 않겠습니다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상자는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유물상자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무기상자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아이템상자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몬스터상자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미스테리상자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총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5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설명은 다음과 같습니다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유물상자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유물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 중 하나 선택 후 드랍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무기상자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 드랍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아이템상자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아이템 드랍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몬스터상자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필드 몬스터 드랍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미스테리상자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위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 중 하나 무작위 드랍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4" name="그림 3" descr="스크린샷, 사각형, 직사각형, 픽셀이(가) 표시된 사진&#10;&#10;자동 생성된 설명">
            <a:extLst>
              <a:ext uri="{FF2B5EF4-FFF2-40B4-BE49-F238E27FC236}">
                <a16:creationId xmlns:a16="http://schemas.microsoft.com/office/drawing/2014/main" id="{25E014A9-46B7-3B8F-B0E6-A2EDC2900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187" y="317125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76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아이템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아이템은 획득 시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즉시 사용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되며 출시 버전 기준 크게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포션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코인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나뉩니다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코인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 말 그대로 획득 시 플레이어의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돈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점수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수치만큼 늘려줍니다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포션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이로운 효과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힘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포션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힐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포션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주기도 하고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부정적인 효과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독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포션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무기파괴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포션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 을 주기도 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추후 패치를 통해 아이템은 종류를 늘릴 생각이고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시간 상 현재 큰 비중을 두고 개발되지는 않을 것입니다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3936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몬스터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몬스터는 플레이어의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적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이며 게임 오버에 큰 비중을 차지합니다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몬스터의 공격은 모두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체력공격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몬스터 처치 후에는 항상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경험치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오르고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일정 확률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빈 타일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되거나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상자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코인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유물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아이템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드롭됩니다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몬스터는 강함 순으로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필드 몬스터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준보스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몬스터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보스 몬스터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구성되어 있고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준보스와 보스는 확정적으로 무기 상자나 유물상자를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드랍합니다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b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또한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개성있는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몬스터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(ex.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 번 부활하는 몬스터 등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도 몇 개 제작할 것입니다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14389" name="Google Shape;14389;p36"/>
          <p:cNvGrpSpPr/>
          <p:nvPr/>
        </p:nvGrpSpPr>
        <p:grpSpPr>
          <a:xfrm rot="-9127115">
            <a:off x="7694970" y="882836"/>
            <a:ext cx="316152" cy="1149676"/>
            <a:chOff x="4455175" y="2826325"/>
            <a:chExt cx="114450" cy="416200"/>
          </a:xfrm>
        </p:grpSpPr>
        <p:sp>
          <p:nvSpPr>
            <p:cNvPr id="14390" name="Google Shape;14390;p36"/>
            <p:cNvSpPr/>
            <p:nvPr/>
          </p:nvSpPr>
          <p:spPr>
            <a:xfrm>
              <a:off x="4475950" y="32044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916" y="106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1" name="Google Shape;14391;p36"/>
            <p:cNvSpPr/>
            <p:nvPr/>
          </p:nvSpPr>
          <p:spPr>
            <a:xfrm>
              <a:off x="4475950" y="3188400"/>
              <a:ext cx="72900" cy="27075"/>
            </a:xfrm>
            <a:custGeom>
              <a:avLst/>
              <a:gdLst/>
              <a:ahLst/>
              <a:cxnLst/>
              <a:rect l="l" t="t" r="r" b="b"/>
              <a:pathLst>
                <a:path w="2916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2916" y="1082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2" name="Google Shape;14392;p36"/>
            <p:cNvSpPr/>
            <p:nvPr/>
          </p:nvSpPr>
          <p:spPr>
            <a:xfrm>
              <a:off x="4475950" y="31656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2916" y="1067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3" name="Google Shape;14393;p36"/>
            <p:cNvSpPr/>
            <p:nvPr/>
          </p:nvSpPr>
          <p:spPr>
            <a:xfrm>
              <a:off x="4499075" y="31504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4" name="Google Shape;14394;p36"/>
            <p:cNvSpPr/>
            <p:nvPr/>
          </p:nvSpPr>
          <p:spPr>
            <a:xfrm>
              <a:off x="4499075" y="31237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5" name="Google Shape;14395;p36"/>
            <p:cNvSpPr/>
            <p:nvPr/>
          </p:nvSpPr>
          <p:spPr>
            <a:xfrm>
              <a:off x="4499075" y="31774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6" name="Google Shape;14396;p36"/>
            <p:cNvSpPr/>
            <p:nvPr/>
          </p:nvSpPr>
          <p:spPr>
            <a:xfrm>
              <a:off x="4499075" y="32044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7" name="Google Shape;14397;p36"/>
            <p:cNvSpPr/>
            <p:nvPr/>
          </p:nvSpPr>
          <p:spPr>
            <a:xfrm>
              <a:off x="4499075" y="32154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8" name="Google Shape;14398;p36"/>
            <p:cNvSpPr/>
            <p:nvPr/>
          </p:nvSpPr>
          <p:spPr>
            <a:xfrm>
              <a:off x="4499075" y="30426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9" name="Google Shape;14399;p36"/>
            <p:cNvSpPr/>
            <p:nvPr/>
          </p:nvSpPr>
          <p:spPr>
            <a:xfrm>
              <a:off x="4499075" y="301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0" name="Google Shape;14400;p36"/>
            <p:cNvSpPr/>
            <p:nvPr/>
          </p:nvSpPr>
          <p:spPr>
            <a:xfrm>
              <a:off x="4499075" y="30696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1" name="Google Shape;14401;p36"/>
            <p:cNvSpPr/>
            <p:nvPr/>
          </p:nvSpPr>
          <p:spPr>
            <a:xfrm>
              <a:off x="4499075" y="30967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2" name="Google Shape;14402;p36"/>
            <p:cNvSpPr/>
            <p:nvPr/>
          </p:nvSpPr>
          <p:spPr>
            <a:xfrm>
              <a:off x="4499075" y="29352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3" name="Google Shape;14403;p36"/>
            <p:cNvSpPr/>
            <p:nvPr/>
          </p:nvSpPr>
          <p:spPr>
            <a:xfrm>
              <a:off x="4499075" y="29082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4" name="Google Shape;14404;p36"/>
            <p:cNvSpPr/>
            <p:nvPr/>
          </p:nvSpPr>
          <p:spPr>
            <a:xfrm>
              <a:off x="4499075" y="29619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5" name="Google Shape;14405;p36"/>
            <p:cNvSpPr/>
            <p:nvPr/>
          </p:nvSpPr>
          <p:spPr>
            <a:xfrm>
              <a:off x="4499075" y="29889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6" name="Google Shape;14406;p36"/>
            <p:cNvSpPr/>
            <p:nvPr/>
          </p:nvSpPr>
          <p:spPr>
            <a:xfrm>
              <a:off x="4504175" y="2826325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7" name="Google Shape;14407;p36"/>
            <p:cNvSpPr/>
            <p:nvPr/>
          </p:nvSpPr>
          <p:spPr>
            <a:xfrm>
              <a:off x="450417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8" y="643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8" name="Google Shape;14408;p36"/>
            <p:cNvSpPr/>
            <p:nvPr/>
          </p:nvSpPr>
          <p:spPr>
            <a:xfrm>
              <a:off x="450417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9" name="Google Shape;14409;p36"/>
            <p:cNvSpPr/>
            <p:nvPr/>
          </p:nvSpPr>
          <p:spPr>
            <a:xfrm>
              <a:off x="452062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0" name="Google Shape;14410;p36"/>
            <p:cNvSpPr/>
            <p:nvPr/>
          </p:nvSpPr>
          <p:spPr>
            <a:xfrm>
              <a:off x="452062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1" name="Google Shape;14411;p36"/>
            <p:cNvSpPr/>
            <p:nvPr/>
          </p:nvSpPr>
          <p:spPr>
            <a:xfrm>
              <a:off x="4537075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2" name="Google Shape;14412;p36"/>
            <p:cNvSpPr/>
            <p:nvPr/>
          </p:nvSpPr>
          <p:spPr>
            <a:xfrm>
              <a:off x="4553550" y="2875325"/>
              <a:ext cx="16075" cy="16475"/>
            </a:xfrm>
            <a:custGeom>
              <a:avLst/>
              <a:gdLst/>
              <a:ahLst/>
              <a:cxnLst/>
              <a:rect l="l" t="t" r="r" b="b"/>
              <a:pathLst>
                <a:path w="643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3" name="Google Shape;14413;p36"/>
            <p:cNvSpPr/>
            <p:nvPr/>
          </p:nvSpPr>
          <p:spPr>
            <a:xfrm>
              <a:off x="4487700" y="2842800"/>
              <a:ext cx="16500" cy="16075"/>
            </a:xfrm>
            <a:custGeom>
              <a:avLst/>
              <a:gdLst/>
              <a:ahLst/>
              <a:cxnLst/>
              <a:rect l="l" t="t" r="r" b="b"/>
              <a:pathLst>
                <a:path w="660" h="643" extrusionOk="0">
                  <a:moveTo>
                    <a:pt x="1" y="0"/>
                  </a:moveTo>
                  <a:lnTo>
                    <a:pt x="1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4" name="Google Shape;14414;p36"/>
            <p:cNvSpPr/>
            <p:nvPr/>
          </p:nvSpPr>
          <p:spPr>
            <a:xfrm>
              <a:off x="4487700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5" name="Google Shape;14415;p36"/>
            <p:cNvSpPr/>
            <p:nvPr/>
          </p:nvSpPr>
          <p:spPr>
            <a:xfrm>
              <a:off x="4471250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6" name="Google Shape;14416;p36"/>
            <p:cNvSpPr/>
            <p:nvPr/>
          </p:nvSpPr>
          <p:spPr>
            <a:xfrm>
              <a:off x="450417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7" name="Google Shape;14417;p36"/>
            <p:cNvSpPr/>
            <p:nvPr/>
          </p:nvSpPr>
          <p:spPr>
            <a:xfrm>
              <a:off x="452062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8" name="Google Shape;14418;p36"/>
            <p:cNvSpPr/>
            <p:nvPr/>
          </p:nvSpPr>
          <p:spPr>
            <a:xfrm>
              <a:off x="4537075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9" name="Google Shape;14419;p36"/>
            <p:cNvSpPr/>
            <p:nvPr/>
          </p:nvSpPr>
          <p:spPr>
            <a:xfrm>
              <a:off x="4487700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0" name="Google Shape;14420;p36"/>
            <p:cNvSpPr/>
            <p:nvPr/>
          </p:nvSpPr>
          <p:spPr>
            <a:xfrm>
              <a:off x="450417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1" name="Google Shape;14421;p36"/>
            <p:cNvSpPr/>
            <p:nvPr/>
          </p:nvSpPr>
          <p:spPr>
            <a:xfrm>
              <a:off x="452062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2" name="Google Shape;14422;p36"/>
            <p:cNvSpPr/>
            <p:nvPr/>
          </p:nvSpPr>
          <p:spPr>
            <a:xfrm>
              <a:off x="4487700" y="289177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3" name="Google Shape;14423;p36"/>
            <p:cNvSpPr/>
            <p:nvPr/>
          </p:nvSpPr>
          <p:spPr>
            <a:xfrm>
              <a:off x="4471250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4" name="Google Shape;14424;p36"/>
            <p:cNvSpPr/>
            <p:nvPr/>
          </p:nvSpPr>
          <p:spPr>
            <a:xfrm>
              <a:off x="4455175" y="2875325"/>
              <a:ext cx="16100" cy="16475"/>
            </a:xfrm>
            <a:custGeom>
              <a:avLst/>
              <a:gdLst/>
              <a:ahLst/>
              <a:cxnLst/>
              <a:rect l="l" t="t" r="r" b="b"/>
              <a:pathLst>
                <a:path w="644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5" name="Google Shape;14425;p36"/>
          <p:cNvGrpSpPr/>
          <p:nvPr/>
        </p:nvGrpSpPr>
        <p:grpSpPr>
          <a:xfrm>
            <a:off x="6462090" y="1876698"/>
            <a:ext cx="1961913" cy="2726799"/>
            <a:chOff x="2089925" y="560600"/>
            <a:chExt cx="323700" cy="449900"/>
          </a:xfrm>
        </p:grpSpPr>
        <p:sp>
          <p:nvSpPr>
            <p:cNvPr id="14426" name="Google Shape;14426;p36"/>
            <p:cNvSpPr/>
            <p:nvPr/>
          </p:nvSpPr>
          <p:spPr>
            <a:xfrm>
              <a:off x="2089925" y="695800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7" name="Google Shape;14427;p36"/>
            <p:cNvSpPr/>
            <p:nvPr/>
          </p:nvSpPr>
          <p:spPr>
            <a:xfrm>
              <a:off x="2393225" y="695800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816" y="1787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8" name="Google Shape;14428;p36"/>
            <p:cNvSpPr/>
            <p:nvPr/>
          </p:nvSpPr>
          <p:spPr>
            <a:xfrm>
              <a:off x="2109900" y="560600"/>
              <a:ext cx="283350" cy="224975"/>
            </a:xfrm>
            <a:custGeom>
              <a:avLst/>
              <a:gdLst/>
              <a:ahLst/>
              <a:cxnLst/>
              <a:rect l="l" t="t" r="r" b="b"/>
              <a:pathLst>
                <a:path w="11334" h="8999" extrusionOk="0">
                  <a:moveTo>
                    <a:pt x="816" y="1"/>
                  </a:moveTo>
                  <a:lnTo>
                    <a:pt x="816" y="894"/>
                  </a:lnTo>
                  <a:lnTo>
                    <a:pt x="1" y="894"/>
                  </a:lnTo>
                  <a:lnTo>
                    <a:pt x="1" y="8998"/>
                  </a:lnTo>
                  <a:lnTo>
                    <a:pt x="11333" y="8998"/>
                  </a:lnTo>
                  <a:lnTo>
                    <a:pt x="11333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9" name="Google Shape;14429;p36"/>
            <p:cNvSpPr/>
            <p:nvPr/>
          </p:nvSpPr>
          <p:spPr>
            <a:xfrm>
              <a:off x="2130300" y="560600"/>
              <a:ext cx="242575" cy="22375"/>
            </a:xfrm>
            <a:custGeom>
              <a:avLst/>
              <a:gdLst/>
              <a:ahLst/>
              <a:cxnLst/>
              <a:rect l="l" t="t" r="r" b="b"/>
              <a:pathLst>
                <a:path w="9703" h="895" extrusionOk="0">
                  <a:moveTo>
                    <a:pt x="0" y="1"/>
                  </a:moveTo>
                  <a:lnTo>
                    <a:pt x="0" y="894"/>
                  </a:lnTo>
                  <a:lnTo>
                    <a:pt x="9702" y="894"/>
                  </a:lnTo>
                  <a:lnTo>
                    <a:pt x="97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0" name="Google Shape;14430;p36"/>
            <p:cNvSpPr/>
            <p:nvPr/>
          </p:nvSpPr>
          <p:spPr>
            <a:xfrm>
              <a:off x="2150675" y="695800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799" y="1787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1" name="Google Shape;14431;p36"/>
            <p:cNvSpPr/>
            <p:nvPr/>
          </p:nvSpPr>
          <p:spPr>
            <a:xfrm>
              <a:off x="2109900" y="582950"/>
              <a:ext cx="20425" cy="45075"/>
            </a:xfrm>
            <a:custGeom>
              <a:avLst/>
              <a:gdLst/>
              <a:ahLst/>
              <a:cxnLst/>
              <a:rect l="l" t="t" r="r" b="b"/>
              <a:pathLst>
                <a:path w="817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2" name="Google Shape;14432;p36"/>
            <p:cNvSpPr/>
            <p:nvPr/>
          </p:nvSpPr>
          <p:spPr>
            <a:xfrm>
              <a:off x="2332475" y="695800"/>
              <a:ext cx="20425" cy="44700"/>
            </a:xfrm>
            <a:custGeom>
              <a:avLst/>
              <a:gdLst/>
              <a:ahLst/>
              <a:cxnLst/>
              <a:rect l="l" t="t" r="r" b="b"/>
              <a:pathLst>
                <a:path w="817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3" name="Google Shape;14433;p36"/>
            <p:cNvSpPr/>
            <p:nvPr/>
          </p:nvSpPr>
          <p:spPr>
            <a:xfrm>
              <a:off x="2201225" y="763200"/>
              <a:ext cx="101125" cy="22375"/>
            </a:xfrm>
            <a:custGeom>
              <a:avLst/>
              <a:gdLst/>
              <a:ahLst/>
              <a:cxnLst/>
              <a:rect l="l" t="t" r="r" b="b"/>
              <a:pathLst>
                <a:path w="4045" h="895" extrusionOk="0">
                  <a:moveTo>
                    <a:pt x="0" y="1"/>
                  </a:moveTo>
                  <a:lnTo>
                    <a:pt x="0" y="894"/>
                  </a:lnTo>
                  <a:lnTo>
                    <a:pt x="4044" y="894"/>
                  </a:lnTo>
                  <a:lnTo>
                    <a:pt x="4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4" name="Google Shape;14434;p36"/>
            <p:cNvSpPr/>
            <p:nvPr/>
          </p:nvSpPr>
          <p:spPr>
            <a:xfrm>
              <a:off x="2292125" y="6507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1" y="0"/>
                  </a:moveTo>
                  <a:lnTo>
                    <a:pt x="1" y="893"/>
                  </a:lnTo>
                  <a:lnTo>
                    <a:pt x="816" y="89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5" name="Google Shape;14435;p36"/>
            <p:cNvSpPr/>
            <p:nvPr/>
          </p:nvSpPr>
          <p:spPr>
            <a:xfrm>
              <a:off x="2170650" y="785550"/>
              <a:ext cx="161850" cy="135200"/>
            </a:xfrm>
            <a:custGeom>
              <a:avLst/>
              <a:gdLst/>
              <a:ahLst/>
              <a:cxnLst/>
              <a:rect l="l" t="t" r="r" b="b"/>
              <a:pathLst>
                <a:path w="6474" h="5408" extrusionOk="0">
                  <a:moveTo>
                    <a:pt x="0" y="0"/>
                  </a:moveTo>
                  <a:lnTo>
                    <a:pt x="0" y="5408"/>
                  </a:lnTo>
                  <a:lnTo>
                    <a:pt x="6474" y="5408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6" name="Google Shape;14436;p36"/>
            <p:cNvSpPr/>
            <p:nvPr/>
          </p:nvSpPr>
          <p:spPr>
            <a:xfrm>
              <a:off x="2150675" y="808275"/>
              <a:ext cx="202225" cy="22350"/>
            </a:xfrm>
            <a:custGeom>
              <a:avLst/>
              <a:gdLst/>
              <a:ahLst/>
              <a:cxnLst/>
              <a:rect l="l" t="t" r="r" b="b"/>
              <a:pathLst>
                <a:path w="8089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088" y="894"/>
                  </a:lnTo>
                  <a:lnTo>
                    <a:pt x="80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7" name="Google Shape;14437;p36"/>
            <p:cNvSpPr/>
            <p:nvPr/>
          </p:nvSpPr>
          <p:spPr>
            <a:xfrm>
              <a:off x="2130300" y="830600"/>
              <a:ext cx="20400" cy="90150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0" y="1"/>
                  </a:moveTo>
                  <a:lnTo>
                    <a:pt x="0" y="3606"/>
                  </a:lnTo>
                  <a:lnTo>
                    <a:pt x="815" y="3606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8" name="Google Shape;14438;p36"/>
            <p:cNvSpPr/>
            <p:nvPr/>
          </p:nvSpPr>
          <p:spPr>
            <a:xfrm>
              <a:off x="2352875" y="830600"/>
              <a:ext cx="20000" cy="90150"/>
            </a:xfrm>
            <a:custGeom>
              <a:avLst/>
              <a:gdLst/>
              <a:ahLst/>
              <a:cxnLst/>
              <a:rect l="l" t="t" r="r" b="b"/>
              <a:pathLst>
                <a:path w="800" h="3606" extrusionOk="0">
                  <a:moveTo>
                    <a:pt x="0" y="1"/>
                  </a:moveTo>
                  <a:lnTo>
                    <a:pt x="0" y="3606"/>
                  </a:lnTo>
                  <a:lnTo>
                    <a:pt x="799" y="3606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9" name="Google Shape;14439;p36"/>
            <p:cNvSpPr/>
            <p:nvPr/>
          </p:nvSpPr>
          <p:spPr>
            <a:xfrm>
              <a:off x="2170650" y="920725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1"/>
                  </a:moveTo>
                  <a:lnTo>
                    <a:pt x="0" y="2697"/>
                  </a:lnTo>
                  <a:lnTo>
                    <a:pt x="816" y="2697"/>
                  </a:lnTo>
                  <a:lnTo>
                    <a:pt x="816" y="894"/>
                  </a:lnTo>
                  <a:lnTo>
                    <a:pt x="5675" y="894"/>
                  </a:lnTo>
                  <a:lnTo>
                    <a:pt x="5675" y="2697"/>
                  </a:lnTo>
                  <a:lnTo>
                    <a:pt x="6474" y="2697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0" name="Google Shape;14440;p36"/>
            <p:cNvSpPr/>
            <p:nvPr/>
          </p:nvSpPr>
          <p:spPr>
            <a:xfrm>
              <a:off x="2170650" y="988125"/>
              <a:ext cx="20400" cy="22375"/>
            </a:xfrm>
            <a:custGeom>
              <a:avLst/>
              <a:gdLst/>
              <a:ahLst/>
              <a:cxnLst/>
              <a:rect l="l" t="t" r="r" b="b"/>
              <a:pathLst>
                <a:path w="816" h="895" extrusionOk="0">
                  <a:moveTo>
                    <a:pt x="0" y="1"/>
                  </a:moveTo>
                  <a:lnTo>
                    <a:pt x="0" y="894"/>
                  </a:lnTo>
                  <a:lnTo>
                    <a:pt x="816" y="894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1" name="Google Shape;14441;p36"/>
            <p:cNvSpPr/>
            <p:nvPr/>
          </p:nvSpPr>
          <p:spPr>
            <a:xfrm>
              <a:off x="2312500" y="988125"/>
              <a:ext cx="20000" cy="22375"/>
            </a:xfrm>
            <a:custGeom>
              <a:avLst/>
              <a:gdLst/>
              <a:ahLst/>
              <a:cxnLst/>
              <a:rect l="l" t="t" r="r" b="b"/>
              <a:pathLst>
                <a:path w="800" h="895" extrusionOk="0">
                  <a:moveTo>
                    <a:pt x="1" y="1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2" name="Google Shape;14442;p36"/>
            <p:cNvSpPr/>
            <p:nvPr/>
          </p:nvSpPr>
          <p:spPr>
            <a:xfrm>
              <a:off x="2271750" y="83060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3" name="Google Shape;14443;p36"/>
            <p:cNvSpPr/>
            <p:nvPr/>
          </p:nvSpPr>
          <p:spPr>
            <a:xfrm>
              <a:off x="2191025" y="785550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36372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스테이지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스테이지는 총 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목표로 하고 있고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패치를 통해 더 추가될 수 있습니다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스테이지 별 쉬움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보통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어려움 총 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난이도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있습니다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쉬움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준보스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ko-KR" altLang="en-US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준보스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ko-KR" altLang="en-US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준보스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보스</a:t>
            </a:r>
            <a:endParaRPr lang="en-US" altLang="ko-KR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보통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준보스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x 5 – 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보스</a:t>
            </a:r>
            <a:endParaRPr lang="en-US" altLang="ko-KR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어려움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준보스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 8 – </a:t>
            </a:r>
            <a:r>
              <a:rPr lang="ko-KR" altLang="en-US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보스</a:t>
            </a:r>
            <a:endParaRPr lang="en-US" altLang="ko-KR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endParaRPr lang="en-US" altLang="ko-KR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첫 스테이지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사냥터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 해금되어 있고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다음 단계의 스테이지를 해금하기 위해서는 전 스테이지의 모든 난이도를 클리어해야 합니다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1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던전 컨셉에 맞게 단계순으로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사냥터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초원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), </a:t>
            </a:r>
            <a:r>
              <a:rPr lang="ko-KR" altLang="en-US" sz="11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좀비굴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동굴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정령사원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습지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), 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무한의숲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숲</a:t>
            </a:r>
            <a:r>
              <a:rPr lang="en-US" altLang="ko-KR" sz="11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r>
              <a:rPr lang="ko-KR" altLang="en-US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구상 중이며 자세한 설명은 다음과 같습니다</a:t>
            </a:r>
            <a:r>
              <a:rPr lang="en-US" altLang="ko-KR" sz="11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사냥터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아기자기한 몬스터와 기본 무기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목검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새총 등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드랍 되며 최종 보스로는 </a:t>
            </a:r>
            <a:r>
              <a:rPr lang="ko-KR" altLang="en-US" sz="9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돼지킹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9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좀비굴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어두운 분위기의 몬스터와 채광관련 무기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곡괭이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드릴 등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</a:t>
            </a:r>
            <a:r>
              <a:rPr lang="ko-KR" altLang="en-US" sz="9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드랍되며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최종 보스로는 식인종</a:t>
            </a:r>
            <a:endParaRPr lang="en-US" altLang="ko-KR" sz="9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정령사원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신비스러운 정령과 신성한 무기 드랍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최종 보스로는 갓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(GOD)</a:t>
            </a: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무한의숲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무한 모드 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모든 몬스터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</a:t>
            </a:r>
            <a:r>
              <a:rPr lang="en-US" altLang="ko-KR" sz="9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</p:txBody>
      </p:sp>
      <p:grpSp>
        <p:nvGrpSpPr>
          <p:cNvPr id="2" name="Google Shape;15691;p52">
            <a:extLst>
              <a:ext uri="{FF2B5EF4-FFF2-40B4-BE49-F238E27FC236}">
                <a16:creationId xmlns:a16="http://schemas.microsoft.com/office/drawing/2014/main" id="{B810CE4F-BBA5-0AEB-B16E-7A5CA00F6915}"/>
              </a:ext>
            </a:extLst>
          </p:cNvPr>
          <p:cNvGrpSpPr/>
          <p:nvPr/>
        </p:nvGrpSpPr>
        <p:grpSpPr>
          <a:xfrm>
            <a:off x="6255359" y="1555225"/>
            <a:ext cx="2219528" cy="3084849"/>
            <a:chOff x="5975958" y="1518528"/>
            <a:chExt cx="2164970" cy="3009021"/>
          </a:xfrm>
        </p:grpSpPr>
        <p:sp>
          <p:nvSpPr>
            <p:cNvPr id="3" name="Google Shape;15692;p52">
              <a:extLst>
                <a:ext uri="{FF2B5EF4-FFF2-40B4-BE49-F238E27FC236}">
                  <a16:creationId xmlns:a16="http://schemas.microsoft.com/office/drawing/2014/main" id="{0FE50974-4A03-D1AE-C6C1-BB8187664EB4}"/>
                </a:ext>
              </a:extLst>
            </p:cNvPr>
            <p:cNvSpPr/>
            <p:nvPr/>
          </p:nvSpPr>
          <p:spPr>
            <a:xfrm>
              <a:off x="6112230" y="1518528"/>
              <a:ext cx="1894934" cy="1504678"/>
            </a:xfrm>
            <a:custGeom>
              <a:avLst/>
              <a:gdLst/>
              <a:ahLst/>
              <a:cxnLst/>
              <a:rect l="l" t="t" r="r" b="b"/>
              <a:pathLst>
                <a:path w="11333" h="8999" extrusionOk="0">
                  <a:moveTo>
                    <a:pt x="5659" y="1"/>
                  </a:moveTo>
                  <a:lnTo>
                    <a:pt x="5659" y="894"/>
                  </a:lnTo>
                  <a:lnTo>
                    <a:pt x="3229" y="894"/>
                  </a:lnTo>
                  <a:lnTo>
                    <a:pt x="3229" y="1804"/>
                  </a:lnTo>
                  <a:lnTo>
                    <a:pt x="1615" y="1804"/>
                  </a:lnTo>
                  <a:lnTo>
                    <a:pt x="1615" y="3606"/>
                  </a:lnTo>
                  <a:lnTo>
                    <a:pt x="0" y="3606"/>
                  </a:lnTo>
                  <a:lnTo>
                    <a:pt x="0" y="8998"/>
                  </a:lnTo>
                  <a:lnTo>
                    <a:pt x="11333" y="8998"/>
                  </a:lnTo>
                  <a:lnTo>
                    <a:pt x="11333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693;p52">
              <a:extLst>
                <a:ext uri="{FF2B5EF4-FFF2-40B4-BE49-F238E27FC236}">
                  <a16:creationId xmlns:a16="http://schemas.microsoft.com/office/drawing/2014/main" id="{972ADD95-6DEF-63D8-7A69-FBA332D595BB}"/>
                </a:ext>
              </a:extLst>
            </p:cNvPr>
            <p:cNvSpPr/>
            <p:nvPr/>
          </p:nvSpPr>
          <p:spPr>
            <a:xfrm>
              <a:off x="5975958" y="2422772"/>
              <a:ext cx="136439" cy="298963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815" y="1787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694;p52">
              <a:extLst>
                <a:ext uri="{FF2B5EF4-FFF2-40B4-BE49-F238E27FC236}">
                  <a16:creationId xmlns:a16="http://schemas.microsoft.com/office/drawing/2014/main" id="{450773BB-CE93-BD9E-1F07-24A62909DE5D}"/>
                </a:ext>
              </a:extLst>
            </p:cNvPr>
            <p:cNvSpPr/>
            <p:nvPr/>
          </p:nvSpPr>
          <p:spPr>
            <a:xfrm>
              <a:off x="8006997" y="2422772"/>
              <a:ext cx="133931" cy="298963"/>
            </a:xfrm>
            <a:custGeom>
              <a:avLst/>
              <a:gdLst/>
              <a:ahLst/>
              <a:cxnLst/>
              <a:rect l="l" t="t" r="r" b="b"/>
              <a:pathLst>
                <a:path w="801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695;p52">
              <a:extLst>
                <a:ext uri="{FF2B5EF4-FFF2-40B4-BE49-F238E27FC236}">
                  <a16:creationId xmlns:a16="http://schemas.microsoft.com/office/drawing/2014/main" id="{D7D39483-2A1D-040F-DCAE-73A6C28F41D5}"/>
                </a:ext>
              </a:extLst>
            </p:cNvPr>
            <p:cNvSpPr/>
            <p:nvPr/>
          </p:nvSpPr>
          <p:spPr>
            <a:xfrm>
              <a:off x="6382099" y="2422772"/>
              <a:ext cx="136439" cy="298963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1" y="1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696;p52">
              <a:extLst>
                <a:ext uri="{FF2B5EF4-FFF2-40B4-BE49-F238E27FC236}">
                  <a16:creationId xmlns:a16="http://schemas.microsoft.com/office/drawing/2014/main" id="{73992757-D00C-7C9F-EC77-E221F695DA4E}"/>
                </a:ext>
              </a:extLst>
            </p:cNvPr>
            <p:cNvSpPr/>
            <p:nvPr/>
          </p:nvSpPr>
          <p:spPr>
            <a:xfrm>
              <a:off x="7600856" y="2422772"/>
              <a:ext cx="133764" cy="298963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800" y="1787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697;p52">
              <a:extLst>
                <a:ext uri="{FF2B5EF4-FFF2-40B4-BE49-F238E27FC236}">
                  <a16:creationId xmlns:a16="http://schemas.microsoft.com/office/drawing/2014/main" id="{AD5C77A2-6E63-862D-48E2-C1B23459E405}"/>
                </a:ext>
              </a:extLst>
            </p:cNvPr>
            <p:cNvSpPr/>
            <p:nvPr/>
          </p:nvSpPr>
          <p:spPr>
            <a:xfrm>
              <a:off x="6720188" y="2873557"/>
              <a:ext cx="676344" cy="149648"/>
            </a:xfrm>
            <a:custGeom>
              <a:avLst/>
              <a:gdLst/>
              <a:ahLst/>
              <a:cxnLst/>
              <a:rect l="l" t="t" r="r" b="b"/>
              <a:pathLst>
                <a:path w="4045" h="895" extrusionOk="0">
                  <a:moveTo>
                    <a:pt x="1" y="1"/>
                  </a:moveTo>
                  <a:lnTo>
                    <a:pt x="1" y="894"/>
                  </a:lnTo>
                  <a:lnTo>
                    <a:pt x="4045" y="894"/>
                  </a:lnTo>
                  <a:lnTo>
                    <a:pt x="4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698;p52">
              <a:extLst>
                <a:ext uri="{FF2B5EF4-FFF2-40B4-BE49-F238E27FC236}">
                  <a16:creationId xmlns:a16="http://schemas.microsoft.com/office/drawing/2014/main" id="{396CE511-FEDE-CD7A-2894-BF6D3523C170}"/>
                </a:ext>
              </a:extLst>
            </p:cNvPr>
            <p:cNvSpPr/>
            <p:nvPr/>
          </p:nvSpPr>
          <p:spPr>
            <a:xfrm>
              <a:off x="7328312" y="2121469"/>
              <a:ext cx="136439" cy="301471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699;p52">
              <a:extLst>
                <a:ext uri="{FF2B5EF4-FFF2-40B4-BE49-F238E27FC236}">
                  <a16:creationId xmlns:a16="http://schemas.microsoft.com/office/drawing/2014/main" id="{16D2CED8-AF0E-C5F4-3A30-76495AA898CA}"/>
                </a:ext>
              </a:extLst>
            </p:cNvPr>
            <p:cNvSpPr/>
            <p:nvPr/>
          </p:nvSpPr>
          <p:spPr>
            <a:xfrm>
              <a:off x="7194548" y="2422772"/>
              <a:ext cx="133931" cy="149648"/>
            </a:xfrm>
            <a:custGeom>
              <a:avLst/>
              <a:gdLst/>
              <a:ahLst/>
              <a:cxnLst/>
              <a:rect l="l" t="t" r="r" b="b"/>
              <a:pathLst>
                <a:path w="801" h="895" extrusionOk="0">
                  <a:moveTo>
                    <a:pt x="1" y="1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700;p52">
              <a:extLst>
                <a:ext uri="{FF2B5EF4-FFF2-40B4-BE49-F238E27FC236}">
                  <a16:creationId xmlns:a16="http://schemas.microsoft.com/office/drawing/2014/main" id="{F7B9D5DF-0912-CEB7-8A88-84C1EFC35B07}"/>
                </a:ext>
              </a:extLst>
            </p:cNvPr>
            <p:cNvSpPr/>
            <p:nvPr/>
          </p:nvSpPr>
          <p:spPr>
            <a:xfrm>
              <a:off x="7058276" y="1518528"/>
              <a:ext cx="948888" cy="603108"/>
            </a:xfrm>
            <a:custGeom>
              <a:avLst/>
              <a:gdLst/>
              <a:ahLst/>
              <a:cxnLst/>
              <a:rect l="l" t="t" r="r" b="b"/>
              <a:pathLst>
                <a:path w="5675" h="3607" extrusionOk="0">
                  <a:moveTo>
                    <a:pt x="1" y="1"/>
                  </a:moveTo>
                  <a:lnTo>
                    <a:pt x="1" y="894"/>
                  </a:lnTo>
                  <a:lnTo>
                    <a:pt x="2430" y="894"/>
                  </a:lnTo>
                  <a:lnTo>
                    <a:pt x="2430" y="1804"/>
                  </a:lnTo>
                  <a:lnTo>
                    <a:pt x="4045" y="1804"/>
                  </a:lnTo>
                  <a:lnTo>
                    <a:pt x="4045" y="3606"/>
                  </a:lnTo>
                  <a:lnTo>
                    <a:pt x="5675" y="3606"/>
                  </a:lnTo>
                  <a:lnTo>
                    <a:pt x="5675" y="894"/>
                  </a:lnTo>
                  <a:lnTo>
                    <a:pt x="4860" y="894"/>
                  </a:lnTo>
                  <a:lnTo>
                    <a:pt x="48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701;p52">
              <a:extLst>
                <a:ext uri="{FF2B5EF4-FFF2-40B4-BE49-F238E27FC236}">
                  <a16:creationId xmlns:a16="http://schemas.microsoft.com/office/drawing/2014/main" id="{501506E1-9EDF-1259-8013-C4397C2EF6A7}"/>
                </a:ext>
              </a:extLst>
            </p:cNvPr>
            <p:cNvSpPr/>
            <p:nvPr/>
          </p:nvSpPr>
          <p:spPr>
            <a:xfrm>
              <a:off x="6382099" y="1819998"/>
              <a:ext cx="136439" cy="301638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702;p52">
              <a:extLst>
                <a:ext uri="{FF2B5EF4-FFF2-40B4-BE49-F238E27FC236}">
                  <a16:creationId xmlns:a16="http://schemas.microsoft.com/office/drawing/2014/main" id="{7E6544B8-73B1-F972-23B5-0C84F205CABC}"/>
                </a:ext>
              </a:extLst>
            </p:cNvPr>
            <p:cNvSpPr/>
            <p:nvPr/>
          </p:nvSpPr>
          <p:spPr>
            <a:xfrm>
              <a:off x="6382099" y="3175028"/>
              <a:ext cx="1352521" cy="149481"/>
            </a:xfrm>
            <a:custGeom>
              <a:avLst/>
              <a:gdLst/>
              <a:ahLst/>
              <a:cxnLst/>
              <a:rect l="l" t="t" r="r" b="b"/>
              <a:pathLst>
                <a:path w="8089" h="894" extrusionOk="0">
                  <a:moveTo>
                    <a:pt x="1" y="0"/>
                  </a:moveTo>
                  <a:lnTo>
                    <a:pt x="1" y="894"/>
                  </a:lnTo>
                  <a:lnTo>
                    <a:pt x="8089" y="894"/>
                  </a:lnTo>
                  <a:lnTo>
                    <a:pt x="80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703;p52">
              <a:extLst>
                <a:ext uri="{FF2B5EF4-FFF2-40B4-BE49-F238E27FC236}">
                  <a16:creationId xmlns:a16="http://schemas.microsoft.com/office/drawing/2014/main" id="{5460A50E-2FCE-00F1-5C86-0ACB8D22C5B5}"/>
                </a:ext>
              </a:extLst>
            </p:cNvPr>
            <p:cNvSpPr/>
            <p:nvPr/>
          </p:nvSpPr>
          <p:spPr>
            <a:xfrm>
              <a:off x="6245827" y="3324342"/>
              <a:ext cx="136439" cy="301638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704;p52">
              <a:extLst>
                <a:ext uri="{FF2B5EF4-FFF2-40B4-BE49-F238E27FC236}">
                  <a16:creationId xmlns:a16="http://schemas.microsoft.com/office/drawing/2014/main" id="{4D3DC473-EAFA-BD0F-0FC2-19C6B77000B6}"/>
                </a:ext>
              </a:extLst>
            </p:cNvPr>
            <p:cNvSpPr/>
            <p:nvPr/>
          </p:nvSpPr>
          <p:spPr>
            <a:xfrm>
              <a:off x="7734453" y="3324342"/>
              <a:ext cx="136439" cy="602941"/>
            </a:xfrm>
            <a:custGeom>
              <a:avLst/>
              <a:gdLst/>
              <a:ahLst/>
              <a:cxnLst/>
              <a:rect l="l" t="t" r="r" b="b"/>
              <a:pathLst>
                <a:path w="816" h="3606" extrusionOk="0">
                  <a:moveTo>
                    <a:pt x="1" y="1"/>
                  </a:moveTo>
                  <a:lnTo>
                    <a:pt x="1" y="3606"/>
                  </a:lnTo>
                  <a:lnTo>
                    <a:pt x="816" y="3606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705;p52">
              <a:extLst>
                <a:ext uri="{FF2B5EF4-FFF2-40B4-BE49-F238E27FC236}">
                  <a16:creationId xmlns:a16="http://schemas.microsoft.com/office/drawing/2014/main" id="{E908B21A-5AB6-A9B7-899A-F56CDE848D11}"/>
                </a:ext>
              </a:extLst>
            </p:cNvPr>
            <p:cNvSpPr/>
            <p:nvPr/>
          </p:nvSpPr>
          <p:spPr>
            <a:xfrm>
              <a:off x="6518371" y="3927116"/>
              <a:ext cx="1082652" cy="450952"/>
            </a:xfrm>
            <a:custGeom>
              <a:avLst/>
              <a:gdLst/>
              <a:ahLst/>
              <a:cxnLst/>
              <a:rect l="l" t="t" r="r" b="b"/>
              <a:pathLst>
                <a:path w="6475" h="2697" extrusionOk="0">
                  <a:moveTo>
                    <a:pt x="1" y="1"/>
                  </a:moveTo>
                  <a:lnTo>
                    <a:pt x="1" y="2697"/>
                  </a:lnTo>
                  <a:lnTo>
                    <a:pt x="800" y="2697"/>
                  </a:lnTo>
                  <a:lnTo>
                    <a:pt x="800" y="894"/>
                  </a:lnTo>
                  <a:lnTo>
                    <a:pt x="5659" y="894"/>
                  </a:lnTo>
                  <a:lnTo>
                    <a:pt x="5659" y="2697"/>
                  </a:lnTo>
                  <a:lnTo>
                    <a:pt x="6474" y="2697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706;p52">
              <a:extLst>
                <a:ext uri="{FF2B5EF4-FFF2-40B4-BE49-F238E27FC236}">
                  <a16:creationId xmlns:a16="http://schemas.microsoft.com/office/drawing/2014/main" id="{3F2E6128-C07B-17CA-1D16-B31908EAE2B1}"/>
                </a:ext>
              </a:extLst>
            </p:cNvPr>
            <p:cNvSpPr/>
            <p:nvPr/>
          </p:nvSpPr>
          <p:spPr>
            <a:xfrm>
              <a:off x="6518371" y="4377901"/>
              <a:ext cx="133931" cy="149648"/>
            </a:xfrm>
            <a:custGeom>
              <a:avLst/>
              <a:gdLst/>
              <a:ahLst/>
              <a:cxnLst/>
              <a:rect l="l" t="t" r="r" b="b"/>
              <a:pathLst>
                <a:path w="801" h="895" extrusionOk="0">
                  <a:moveTo>
                    <a:pt x="1" y="1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707;p52">
              <a:extLst>
                <a:ext uri="{FF2B5EF4-FFF2-40B4-BE49-F238E27FC236}">
                  <a16:creationId xmlns:a16="http://schemas.microsoft.com/office/drawing/2014/main" id="{E9DDA85F-796C-50A2-372C-5FCA721A2D02}"/>
                </a:ext>
              </a:extLst>
            </p:cNvPr>
            <p:cNvSpPr/>
            <p:nvPr/>
          </p:nvSpPr>
          <p:spPr>
            <a:xfrm>
              <a:off x="6518371" y="3023038"/>
              <a:ext cx="1082652" cy="904245"/>
            </a:xfrm>
            <a:custGeom>
              <a:avLst/>
              <a:gdLst/>
              <a:ahLst/>
              <a:cxnLst/>
              <a:rect l="l" t="t" r="r" b="b"/>
              <a:pathLst>
                <a:path w="6475" h="5408" extrusionOk="0">
                  <a:moveTo>
                    <a:pt x="4844" y="1803"/>
                  </a:moveTo>
                  <a:lnTo>
                    <a:pt x="4844" y="3605"/>
                  </a:lnTo>
                  <a:lnTo>
                    <a:pt x="4045" y="3605"/>
                  </a:lnTo>
                  <a:lnTo>
                    <a:pt x="4045" y="1803"/>
                  </a:lnTo>
                  <a:close/>
                  <a:moveTo>
                    <a:pt x="1" y="0"/>
                  </a:moveTo>
                  <a:lnTo>
                    <a:pt x="1" y="5408"/>
                  </a:lnTo>
                  <a:lnTo>
                    <a:pt x="6474" y="5408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708;p52">
              <a:extLst>
                <a:ext uri="{FF2B5EF4-FFF2-40B4-BE49-F238E27FC236}">
                  <a16:creationId xmlns:a16="http://schemas.microsoft.com/office/drawing/2014/main" id="{626C14AC-A438-C10A-6E0C-47316AF3CD30}"/>
                </a:ext>
              </a:extLst>
            </p:cNvPr>
            <p:cNvSpPr/>
            <p:nvPr/>
          </p:nvSpPr>
          <p:spPr>
            <a:xfrm>
              <a:off x="7058276" y="3625812"/>
              <a:ext cx="136439" cy="149481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1" y="0"/>
                  </a:moveTo>
                  <a:lnTo>
                    <a:pt x="1" y="894"/>
                  </a:lnTo>
                  <a:lnTo>
                    <a:pt x="816" y="894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709;p52">
              <a:extLst>
                <a:ext uri="{FF2B5EF4-FFF2-40B4-BE49-F238E27FC236}">
                  <a16:creationId xmlns:a16="http://schemas.microsoft.com/office/drawing/2014/main" id="{066BA507-FC14-23AC-DA43-229B65E10F40}"/>
                </a:ext>
              </a:extLst>
            </p:cNvPr>
            <p:cNvSpPr/>
            <p:nvPr/>
          </p:nvSpPr>
          <p:spPr>
            <a:xfrm>
              <a:off x="7465759" y="4377901"/>
              <a:ext cx="133931" cy="149648"/>
            </a:xfrm>
            <a:custGeom>
              <a:avLst/>
              <a:gdLst/>
              <a:ahLst/>
              <a:cxnLst/>
              <a:rect l="l" t="t" r="r" b="b"/>
              <a:pathLst>
                <a:path w="801" h="895" extrusionOk="0">
                  <a:moveTo>
                    <a:pt x="1" y="1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49985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함정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플레이어의 무기 보유 여부와 상관없이 함정에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접촉 시 데미지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입습니다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함정의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내구도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플레이어가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동작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할 때마다 감소하며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0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되었을 때 비활성화됩니다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비활성화 된 함정을 플레이어가  접촉하면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해제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할 수 있고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만약 거리가 멀어 해제하지 못하였다면 내구도를 최대로 회복합니다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함정의 디자인은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개이고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다른 점 없이 디자인만 변경됩니다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활성화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디자인뿐만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아니라 비활성화 디자인까지 제작해야 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만약 여유가 된다면 방향 함정을 제작하도록 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grpSp>
        <p:nvGrpSpPr>
          <p:cNvPr id="14389" name="Google Shape;14389;p36"/>
          <p:cNvGrpSpPr/>
          <p:nvPr/>
        </p:nvGrpSpPr>
        <p:grpSpPr>
          <a:xfrm rot="-9127115">
            <a:off x="7694970" y="882836"/>
            <a:ext cx="316152" cy="1149676"/>
            <a:chOff x="4455175" y="2826325"/>
            <a:chExt cx="114450" cy="416200"/>
          </a:xfrm>
        </p:grpSpPr>
        <p:sp>
          <p:nvSpPr>
            <p:cNvPr id="14390" name="Google Shape;14390;p36"/>
            <p:cNvSpPr/>
            <p:nvPr/>
          </p:nvSpPr>
          <p:spPr>
            <a:xfrm>
              <a:off x="4475950" y="32044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916" y="106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1" name="Google Shape;14391;p36"/>
            <p:cNvSpPr/>
            <p:nvPr/>
          </p:nvSpPr>
          <p:spPr>
            <a:xfrm>
              <a:off x="4475950" y="3188400"/>
              <a:ext cx="72900" cy="27075"/>
            </a:xfrm>
            <a:custGeom>
              <a:avLst/>
              <a:gdLst/>
              <a:ahLst/>
              <a:cxnLst/>
              <a:rect l="l" t="t" r="r" b="b"/>
              <a:pathLst>
                <a:path w="2916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2916" y="1082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2" name="Google Shape;14392;p36"/>
            <p:cNvSpPr/>
            <p:nvPr/>
          </p:nvSpPr>
          <p:spPr>
            <a:xfrm>
              <a:off x="4475950" y="31656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2916" y="1067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3" name="Google Shape;14393;p36"/>
            <p:cNvSpPr/>
            <p:nvPr/>
          </p:nvSpPr>
          <p:spPr>
            <a:xfrm>
              <a:off x="4499075" y="31504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4" name="Google Shape;14394;p36"/>
            <p:cNvSpPr/>
            <p:nvPr/>
          </p:nvSpPr>
          <p:spPr>
            <a:xfrm>
              <a:off x="4499075" y="31237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5" name="Google Shape;14395;p36"/>
            <p:cNvSpPr/>
            <p:nvPr/>
          </p:nvSpPr>
          <p:spPr>
            <a:xfrm>
              <a:off x="4499075" y="31774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6" name="Google Shape;14396;p36"/>
            <p:cNvSpPr/>
            <p:nvPr/>
          </p:nvSpPr>
          <p:spPr>
            <a:xfrm>
              <a:off x="4499075" y="32044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7" name="Google Shape;14397;p36"/>
            <p:cNvSpPr/>
            <p:nvPr/>
          </p:nvSpPr>
          <p:spPr>
            <a:xfrm>
              <a:off x="4499075" y="32154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8" name="Google Shape;14398;p36"/>
            <p:cNvSpPr/>
            <p:nvPr/>
          </p:nvSpPr>
          <p:spPr>
            <a:xfrm>
              <a:off x="4499075" y="30426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9" name="Google Shape;14399;p36"/>
            <p:cNvSpPr/>
            <p:nvPr/>
          </p:nvSpPr>
          <p:spPr>
            <a:xfrm>
              <a:off x="4499075" y="301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0" name="Google Shape;14400;p36"/>
            <p:cNvSpPr/>
            <p:nvPr/>
          </p:nvSpPr>
          <p:spPr>
            <a:xfrm>
              <a:off x="4499075" y="30696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1" name="Google Shape;14401;p36"/>
            <p:cNvSpPr/>
            <p:nvPr/>
          </p:nvSpPr>
          <p:spPr>
            <a:xfrm>
              <a:off x="4499075" y="30967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2" name="Google Shape;14402;p36"/>
            <p:cNvSpPr/>
            <p:nvPr/>
          </p:nvSpPr>
          <p:spPr>
            <a:xfrm>
              <a:off x="4499075" y="29352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3" name="Google Shape;14403;p36"/>
            <p:cNvSpPr/>
            <p:nvPr/>
          </p:nvSpPr>
          <p:spPr>
            <a:xfrm>
              <a:off x="4499075" y="29082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4" name="Google Shape;14404;p36"/>
            <p:cNvSpPr/>
            <p:nvPr/>
          </p:nvSpPr>
          <p:spPr>
            <a:xfrm>
              <a:off x="4499075" y="29619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5" name="Google Shape;14405;p36"/>
            <p:cNvSpPr/>
            <p:nvPr/>
          </p:nvSpPr>
          <p:spPr>
            <a:xfrm>
              <a:off x="4499075" y="29889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6" name="Google Shape;14406;p36"/>
            <p:cNvSpPr/>
            <p:nvPr/>
          </p:nvSpPr>
          <p:spPr>
            <a:xfrm>
              <a:off x="4504175" y="2826325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7" name="Google Shape;14407;p36"/>
            <p:cNvSpPr/>
            <p:nvPr/>
          </p:nvSpPr>
          <p:spPr>
            <a:xfrm>
              <a:off x="450417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8" y="643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8" name="Google Shape;14408;p36"/>
            <p:cNvSpPr/>
            <p:nvPr/>
          </p:nvSpPr>
          <p:spPr>
            <a:xfrm>
              <a:off x="450417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9" name="Google Shape;14409;p36"/>
            <p:cNvSpPr/>
            <p:nvPr/>
          </p:nvSpPr>
          <p:spPr>
            <a:xfrm>
              <a:off x="452062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0" name="Google Shape;14410;p36"/>
            <p:cNvSpPr/>
            <p:nvPr/>
          </p:nvSpPr>
          <p:spPr>
            <a:xfrm>
              <a:off x="452062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1" name="Google Shape;14411;p36"/>
            <p:cNvSpPr/>
            <p:nvPr/>
          </p:nvSpPr>
          <p:spPr>
            <a:xfrm>
              <a:off x="4537075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2" name="Google Shape;14412;p36"/>
            <p:cNvSpPr/>
            <p:nvPr/>
          </p:nvSpPr>
          <p:spPr>
            <a:xfrm>
              <a:off x="4553550" y="2875325"/>
              <a:ext cx="16075" cy="16475"/>
            </a:xfrm>
            <a:custGeom>
              <a:avLst/>
              <a:gdLst/>
              <a:ahLst/>
              <a:cxnLst/>
              <a:rect l="l" t="t" r="r" b="b"/>
              <a:pathLst>
                <a:path w="643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3" name="Google Shape;14413;p36"/>
            <p:cNvSpPr/>
            <p:nvPr/>
          </p:nvSpPr>
          <p:spPr>
            <a:xfrm>
              <a:off x="4487700" y="2842800"/>
              <a:ext cx="16500" cy="16075"/>
            </a:xfrm>
            <a:custGeom>
              <a:avLst/>
              <a:gdLst/>
              <a:ahLst/>
              <a:cxnLst/>
              <a:rect l="l" t="t" r="r" b="b"/>
              <a:pathLst>
                <a:path w="660" h="643" extrusionOk="0">
                  <a:moveTo>
                    <a:pt x="1" y="0"/>
                  </a:moveTo>
                  <a:lnTo>
                    <a:pt x="1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4" name="Google Shape;14414;p36"/>
            <p:cNvSpPr/>
            <p:nvPr/>
          </p:nvSpPr>
          <p:spPr>
            <a:xfrm>
              <a:off x="4487700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5" name="Google Shape;14415;p36"/>
            <p:cNvSpPr/>
            <p:nvPr/>
          </p:nvSpPr>
          <p:spPr>
            <a:xfrm>
              <a:off x="4471250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6" name="Google Shape;14416;p36"/>
            <p:cNvSpPr/>
            <p:nvPr/>
          </p:nvSpPr>
          <p:spPr>
            <a:xfrm>
              <a:off x="450417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7" name="Google Shape;14417;p36"/>
            <p:cNvSpPr/>
            <p:nvPr/>
          </p:nvSpPr>
          <p:spPr>
            <a:xfrm>
              <a:off x="452062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8" name="Google Shape;14418;p36"/>
            <p:cNvSpPr/>
            <p:nvPr/>
          </p:nvSpPr>
          <p:spPr>
            <a:xfrm>
              <a:off x="4537075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9" name="Google Shape;14419;p36"/>
            <p:cNvSpPr/>
            <p:nvPr/>
          </p:nvSpPr>
          <p:spPr>
            <a:xfrm>
              <a:off x="4487700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0" name="Google Shape;14420;p36"/>
            <p:cNvSpPr/>
            <p:nvPr/>
          </p:nvSpPr>
          <p:spPr>
            <a:xfrm>
              <a:off x="450417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1" name="Google Shape;14421;p36"/>
            <p:cNvSpPr/>
            <p:nvPr/>
          </p:nvSpPr>
          <p:spPr>
            <a:xfrm>
              <a:off x="452062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2" name="Google Shape;14422;p36"/>
            <p:cNvSpPr/>
            <p:nvPr/>
          </p:nvSpPr>
          <p:spPr>
            <a:xfrm>
              <a:off x="4487700" y="289177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3" name="Google Shape;14423;p36"/>
            <p:cNvSpPr/>
            <p:nvPr/>
          </p:nvSpPr>
          <p:spPr>
            <a:xfrm>
              <a:off x="4471250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4" name="Google Shape;14424;p36"/>
            <p:cNvSpPr/>
            <p:nvPr/>
          </p:nvSpPr>
          <p:spPr>
            <a:xfrm>
              <a:off x="4455175" y="2875325"/>
              <a:ext cx="16100" cy="16475"/>
            </a:xfrm>
            <a:custGeom>
              <a:avLst/>
              <a:gdLst/>
              <a:ahLst/>
              <a:cxnLst/>
              <a:rect l="l" t="t" r="r" b="b"/>
              <a:pathLst>
                <a:path w="644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27328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이벤트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4388" name="Google Shape;14388;p36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이벤트는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NPC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구조물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신전 등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나뉩니다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상점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NPC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제외한 모든 이벤트는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선택지 형식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진행되며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매번 정답이 달라집니다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선택지 당 정답과 오답 텍스트를 모두 준비해 같은 선택지 더라도 결과는 다르게 구현됩니다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정답은 이로운 효과를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오답은 부정적인 효과를 부여합니다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상점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NPC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재화를 사용해 유물이나 무기를 구매할 수 있습니다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grpSp>
        <p:nvGrpSpPr>
          <p:cNvPr id="2" name="Google Shape;13828;p30">
            <a:extLst>
              <a:ext uri="{FF2B5EF4-FFF2-40B4-BE49-F238E27FC236}">
                <a16:creationId xmlns:a16="http://schemas.microsoft.com/office/drawing/2014/main" id="{1CE7E9BE-870A-65AF-90D5-874FA5A94AB9}"/>
              </a:ext>
            </a:extLst>
          </p:cNvPr>
          <p:cNvGrpSpPr/>
          <p:nvPr/>
        </p:nvGrpSpPr>
        <p:grpSpPr>
          <a:xfrm>
            <a:off x="6455599" y="1872231"/>
            <a:ext cx="1968401" cy="2735732"/>
            <a:chOff x="2089925" y="1407025"/>
            <a:chExt cx="323700" cy="449875"/>
          </a:xfrm>
        </p:grpSpPr>
        <p:sp>
          <p:nvSpPr>
            <p:cNvPr id="3" name="Google Shape;13829;p30">
              <a:extLst>
                <a:ext uri="{FF2B5EF4-FFF2-40B4-BE49-F238E27FC236}">
                  <a16:creationId xmlns:a16="http://schemas.microsoft.com/office/drawing/2014/main" id="{B0753785-B347-3267-F138-B676FBE8D947}"/>
                </a:ext>
              </a:extLst>
            </p:cNvPr>
            <p:cNvSpPr/>
            <p:nvPr/>
          </p:nvSpPr>
          <p:spPr>
            <a:xfrm>
              <a:off x="2109900" y="1454450"/>
              <a:ext cx="283350" cy="177525"/>
            </a:xfrm>
            <a:custGeom>
              <a:avLst/>
              <a:gdLst/>
              <a:ahLst/>
              <a:cxnLst/>
              <a:rect l="l" t="t" r="r" b="b"/>
              <a:pathLst>
                <a:path w="11334" h="7101" extrusionOk="0">
                  <a:moveTo>
                    <a:pt x="1" y="0"/>
                  </a:moveTo>
                  <a:lnTo>
                    <a:pt x="1" y="7101"/>
                  </a:lnTo>
                  <a:lnTo>
                    <a:pt x="11333" y="7101"/>
                  </a:lnTo>
                  <a:lnTo>
                    <a:pt x="113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830;p30">
              <a:extLst>
                <a:ext uri="{FF2B5EF4-FFF2-40B4-BE49-F238E27FC236}">
                  <a16:creationId xmlns:a16="http://schemas.microsoft.com/office/drawing/2014/main" id="{8DFCEC81-9E9F-8D86-1322-258BD27E538C}"/>
                </a:ext>
              </a:extLst>
            </p:cNvPr>
            <p:cNvSpPr/>
            <p:nvPr/>
          </p:nvSpPr>
          <p:spPr>
            <a:xfrm>
              <a:off x="2089925" y="1542225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00" y="1787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831;p30">
              <a:extLst>
                <a:ext uri="{FF2B5EF4-FFF2-40B4-BE49-F238E27FC236}">
                  <a16:creationId xmlns:a16="http://schemas.microsoft.com/office/drawing/2014/main" id="{8E61ED56-1C67-95A4-76AA-E2E8F697C4E0}"/>
                </a:ext>
              </a:extLst>
            </p:cNvPr>
            <p:cNvSpPr/>
            <p:nvPr/>
          </p:nvSpPr>
          <p:spPr>
            <a:xfrm>
              <a:off x="2150675" y="1542225"/>
              <a:ext cx="20000" cy="44700"/>
            </a:xfrm>
            <a:custGeom>
              <a:avLst/>
              <a:gdLst/>
              <a:ahLst/>
              <a:cxnLst/>
              <a:rect l="l" t="t" r="r" b="b"/>
              <a:pathLst>
                <a:path w="800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799" y="1787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832;p30">
              <a:extLst>
                <a:ext uri="{FF2B5EF4-FFF2-40B4-BE49-F238E27FC236}">
                  <a16:creationId xmlns:a16="http://schemas.microsoft.com/office/drawing/2014/main" id="{065F1860-0666-6728-5D50-2C769E3443C4}"/>
                </a:ext>
              </a:extLst>
            </p:cNvPr>
            <p:cNvSpPr/>
            <p:nvPr/>
          </p:nvSpPr>
          <p:spPr>
            <a:xfrm>
              <a:off x="2332475" y="1542225"/>
              <a:ext cx="20425" cy="44700"/>
            </a:xfrm>
            <a:custGeom>
              <a:avLst/>
              <a:gdLst/>
              <a:ahLst/>
              <a:cxnLst/>
              <a:rect l="l" t="t" r="r" b="b"/>
              <a:pathLst>
                <a:path w="817" h="1788" extrusionOk="0">
                  <a:moveTo>
                    <a:pt x="1" y="0"/>
                  </a:moveTo>
                  <a:lnTo>
                    <a:pt x="1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833;p30">
              <a:extLst>
                <a:ext uri="{FF2B5EF4-FFF2-40B4-BE49-F238E27FC236}">
                  <a16:creationId xmlns:a16="http://schemas.microsoft.com/office/drawing/2014/main" id="{3261CEF3-71BA-5C6B-0FAB-C53BEE11F24B}"/>
                </a:ext>
              </a:extLst>
            </p:cNvPr>
            <p:cNvSpPr/>
            <p:nvPr/>
          </p:nvSpPr>
          <p:spPr>
            <a:xfrm>
              <a:off x="2393225" y="1542225"/>
              <a:ext cx="20400" cy="44700"/>
            </a:xfrm>
            <a:custGeom>
              <a:avLst/>
              <a:gdLst/>
              <a:ahLst/>
              <a:cxnLst/>
              <a:rect l="l" t="t" r="r" b="b"/>
              <a:pathLst>
                <a:path w="816" h="1788" extrusionOk="0">
                  <a:moveTo>
                    <a:pt x="0" y="0"/>
                  </a:moveTo>
                  <a:lnTo>
                    <a:pt x="0" y="1787"/>
                  </a:lnTo>
                  <a:lnTo>
                    <a:pt x="816" y="1787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834;p30">
              <a:extLst>
                <a:ext uri="{FF2B5EF4-FFF2-40B4-BE49-F238E27FC236}">
                  <a16:creationId xmlns:a16="http://schemas.microsoft.com/office/drawing/2014/main" id="{0F198FC1-E799-70AB-E066-4A3180175A14}"/>
                </a:ext>
              </a:extLst>
            </p:cNvPr>
            <p:cNvSpPr/>
            <p:nvPr/>
          </p:nvSpPr>
          <p:spPr>
            <a:xfrm>
              <a:off x="2201225" y="1609625"/>
              <a:ext cx="101125" cy="22350"/>
            </a:xfrm>
            <a:custGeom>
              <a:avLst/>
              <a:gdLst/>
              <a:ahLst/>
              <a:cxnLst/>
              <a:rect l="l" t="t" r="r" b="b"/>
              <a:pathLst>
                <a:path w="4045" h="894" extrusionOk="0">
                  <a:moveTo>
                    <a:pt x="0" y="0"/>
                  </a:moveTo>
                  <a:lnTo>
                    <a:pt x="0" y="894"/>
                  </a:lnTo>
                  <a:lnTo>
                    <a:pt x="4044" y="894"/>
                  </a:lnTo>
                  <a:lnTo>
                    <a:pt x="40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835;p30">
              <a:extLst>
                <a:ext uri="{FF2B5EF4-FFF2-40B4-BE49-F238E27FC236}">
                  <a16:creationId xmlns:a16="http://schemas.microsoft.com/office/drawing/2014/main" id="{90F0303B-B311-3BBF-F9CD-F55CD29FF6B9}"/>
                </a:ext>
              </a:extLst>
            </p:cNvPr>
            <p:cNvSpPr/>
            <p:nvPr/>
          </p:nvSpPr>
          <p:spPr>
            <a:xfrm>
              <a:off x="2109900" y="1407025"/>
              <a:ext cx="283350" cy="157550"/>
            </a:xfrm>
            <a:custGeom>
              <a:avLst/>
              <a:gdLst/>
              <a:ahLst/>
              <a:cxnLst/>
              <a:rect l="l" t="t" r="r" b="b"/>
              <a:pathLst>
                <a:path w="11334" h="6302" extrusionOk="0">
                  <a:moveTo>
                    <a:pt x="816" y="1"/>
                  </a:moveTo>
                  <a:lnTo>
                    <a:pt x="816" y="894"/>
                  </a:lnTo>
                  <a:lnTo>
                    <a:pt x="1" y="894"/>
                  </a:lnTo>
                  <a:lnTo>
                    <a:pt x="1" y="6302"/>
                  </a:lnTo>
                  <a:lnTo>
                    <a:pt x="816" y="6302"/>
                  </a:lnTo>
                  <a:lnTo>
                    <a:pt x="816" y="3606"/>
                  </a:lnTo>
                  <a:lnTo>
                    <a:pt x="1631" y="3606"/>
                  </a:lnTo>
                  <a:lnTo>
                    <a:pt x="1631" y="2696"/>
                  </a:lnTo>
                  <a:lnTo>
                    <a:pt x="9719" y="2696"/>
                  </a:lnTo>
                  <a:lnTo>
                    <a:pt x="9719" y="3606"/>
                  </a:lnTo>
                  <a:lnTo>
                    <a:pt x="10518" y="3606"/>
                  </a:lnTo>
                  <a:lnTo>
                    <a:pt x="10518" y="6302"/>
                  </a:lnTo>
                  <a:lnTo>
                    <a:pt x="11333" y="6302"/>
                  </a:lnTo>
                  <a:lnTo>
                    <a:pt x="11333" y="894"/>
                  </a:lnTo>
                  <a:lnTo>
                    <a:pt x="10518" y="894"/>
                  </a:lnTo>
                  <a:lnTo>
                    <a:pt x="105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836;p30">
              <a:extLst>
                <a:ext uri="{FF2B5EF4-FFF2-40B4-BE49-F238E27FC236}">
                  <a16:creationId xmlns:a16="http://schemas.microsoft.com/office/drawing/2014/main" id="{B19857ED-9840-EDC9-1F73-A265F38FB97C}"/>
                </a:ext>
              </a:extLst>
            </p:cNvPr>
            <p:cNvSpPr/>
            <p:nvPr/>
          </p:nvSpPr>
          <p:spPr>
            <a:xfrm>
              <a:off x="2109900" y="1744425"/>
              <a:ext cx="40800" cy="67800"/>
            </a:xfrm>
            <a:custGeom>
              <a:avLst/>
              <a:gdLst/>
              <a:ahLst/>
              <a:cxnLst/>
              <a:rect l="l" t="t" r="r" b="b"/>
              <a:pathLst>
                <a:path w="1632" h="2712" extrusionOk="0">
                  <a:moveTo>
                    <a:pt x="1" y="0"/>
                  </a:moveTo>
                  <a:lnTo>
                    <a:pt x="1" y="2712"/>
                  </a:lnTo>
                  <a:lnTo>
                    <a:pt x="816" y="2712"/>
                  </a:lnTo>
                  <a:lnTo>
                    <a:pt x="816" y="1803"/>
                  </a:lnTo>
                  <a:lnTo>
                    <a:pt x="1631" y="1803"/>
                  </a:lnTo>
                  <a:lnTo>
                    <a:pt x="1631" y="909"/>
                  </a:lnTo>
                  <a:lnTo>
                    <a:pt x="816" y="90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837;p30">
              <a:extLst>
                <a:ext uri="{FF2B5EF4-FFF2-40B4-BE49-F238E27FC236}">
                  <a16:creationId xmlns:a16="http://schemas.microsoft.com/office/drawing/2014/main" id="{CC45B6D3-615B-7794-9F42-17C673DC75DD}"/>
                </a:ext>
              </a:extLst>
            </p:cNvPr>
            <p:cNvSpPr/>
            <p:nvPr/>
          </p:nvSpPr>
          <p:spPr>
            <a:xfrm>
              <a:off x="2170650" y="1744425"/>
              <a:ext cx="161850" cy="22750"/>
            </a:xfrm>
            <a:custGeom>
              <a:avLst/>
              <a:gdLst/>
              <a:ahLst/>
              <a:cxnLst/>
              <a:rect l="l" t="t" r="r" b="b"/>
              <a:pathLst>
                <a:path w="6474" h="910" extrusionOk="0">
                  <a:moveTo>
                    <a:pt x="0" y="0"/>
                  </a:moveTo>
                  <a:lnTo>
                    <a:pt x="0" y="909"/>
                  </a:lnTo>
                  <a:lnTo>
                    <a:pt x="6474" y="909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838;p30">
              <a:extLst>
                <a:ext uri="{FF2B5EF4-FFF2-40B4-BE49-F238E27FC236}">
                  <a16:creationId xmlns:a16="http://schemas.microsoft.com/office/drawing/2014/main" id="{6352D426-FFA7-76CE-081F-FBD2E3CCE9B3}"/>
                </a:ext>
              </a:extLst>
            </p:cNvPr>
            <p:cNvSpPr/>
            <p:nvPr/>
          </p:nvSpPr>
          <p:spPr>
            <a:xfrm>
              <a:off x="2170650" y="1631950"/>
              <a:ext cx="161850" cy="112500"/>
            </a:xfrm>
            <a:custGeom>
              <a:avLst/>
              <a:gdLst/>
              <a:ahLst/>
              <a:cxnLst/>
              <a:rect l="l" t="t" r="r" b="b"/>
              <a:pathLst>
                <a:path w="6474" h="4500" extrusionOk="0">
                  <a:moveTo>
                    <a:pt x="0" y="1"/>
                  </a:moveTo>
                  <a:lnTo>
                    <a:pt x="0" y="4499"/>
                  </a:lnTo>
                  <a:lnTo>
                    <a:pt x="6474" y="4499"/>
                  </a:lnTo>
                  <a:lnTo>
                    <a:pt x="64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39;p30">
              <a:extLst>
                <a:ext uri="{FF2B5EF4-FFF2-40B4-BE49-F238E27FC236}">
                  <a16:creationId xmlns:a16="http://schemas.microsoft.com/office/drawing/2014/main" id="{1A23F871-9709-FFAC-6432-02435239B184}"/>
                </a:ext>
              </a:extLst>
            </p:cNvPr>
            <p:cNvSpPr/>
            <p:nvPr/>
          </p:nvSpPr>
          <p:spPr>
            <a:xfrm>
              <a:off x="2150675" y="1654675"/>
              <a:ext cx="202225" cy="22375"/>
            </a:xfrm>
            <a:custGeom>
              <a:avLst/>
              <a:gdLst/>
              <a:ahLst/>
              <a:cxnLst/>
              <a:rect l="l" t="t" r="r" b="b"/>
              <a:pathLst>
                <a:path w="8089" h="895" extrusionOk="0">
                  <a:moveTo>
                    <a:pt x="0" y="1"/>
                  </a:moveTo>
                  <a:lnTo>
                    <a:pt x="0" y="894"/>
                  </a:lnTo>
                  <a:lnTo>
                    <a:pt x="8088" y="894"/>
                  </a:lnTo>
                  <a:lnTo>
                    <a:pt x="80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40;p30">
              <a:extLst>
                <a:ext uri="{FF2B5EF4-FFF2-40B4-BE49-F238E27FC236}">
                  <a16:creationId xmlns:a16="http://schemas.microsoft.com/office/drawing/2014/main" id="{B342B19A-C7F0-A0EE-8512-1A8424A7FC25}"/>
                </a:ext>
              </a:extLst>
            </p:cNvPr>
            <p:cNvSpPr/>
            <p:nvPr/>
          </p:nvSpPr>
          <p:spPr>
            <a:xfrm>
              <a:off x="2352875" y="1677025"/>
              <a:ext cx="20000" cy="45075"/>
            </a:xfrm>
            <a:custGeom>
              <a:avLst/>
              <a:gdLst/>
              <a:ahLst/>
              <a:cxnLst/>
              <a:rect l="l" t="t" r="r" b="b"/>
              <a:pathLst>
                <a:path w="800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799" y="1803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841;p30">
              <a:extLst>
                <a:ext uri="{FF2B5EF4-FFF2-40B4-BE49-F238E27FC236}">
                  <a16:creationId xmlns:a16="http://schemas.microsoft.com/office/drawing/2014/main" id="{71B487AD-2060-EA47-8758-04EB491549C5}"/>
                </a:ext>
              </a:extLst>
            </p:cNvPr>
            <p:cNvSpPr/>
            <p:nvPr/>
          </p:nvSpPr>
          <p:spPr>
            <a:xfrm>
              <a:off x="2352875" y="1722075"/>
              <a:ext cx="20000" cy="45100"/>
            </a:xfrm>
            <a:custGeom>
              <a:avLst/>
              <a:gdLst/>
              <a:ahLst/>
              <a:cxnLst/>
              <a:rect l="l" t="t" r="r" b="b"/>
              <a:pathLst>
                <a:path w="800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799" y="1803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42;p30">
              <a:extLst>
                <a:ext uri="{FF2B5EF4-FFF2-40B4-BE49-F238E27FC236}">
                  <a16:creationId xmlns:a16="http://schemas.microsoft.com/office/drawing/2014/main" id="{7989AB86-A8EF-D43D-8A46-BA8C730C45E6}"/>
                </a:ext>
              </a:extLst>
            </p:cNvPr>
            <p:cNvSpPr/>
            <p:nvPr/>
          </p:nvSpPr>
          <p:spPr>
            <a:xfrm>
              <a:off x="2130300" y="1677025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43;p30">
              <a:extLst>
                <a:ext uri="{FF2B5EF4-FFF2-40B4-BE49-F238E27FC236}">
                  <a16:creationId xmlns:a16="http://schemas.microsoft.com/office/drawing/2014/main" id="{71BB94F6-A1EA-451A-91AE-5641BC16B33D}"/>
                </a:ext>
              </a:extLst>
            </p:cNvPr>
            <p:cNvSpPr/>
            <p:nvPr/>
          </p:nvSpPr>
          <p:spPr>
            <a:xfrm>
              <a:off x="2130300" y="1722075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0" y="1"/>
                  </a:moveTo>
                  <a:lnTo>
                    <a:pt x="0" y="1803"/>
                  </a:lnTo>
                  <a:lnTo>
                    <a:pt x="815" y="1803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844;p30">
              <a:extLst>
                <a:ext uri="{FF2B5EF4-FFF2-40B4-BE49-F238E27FC236}">
                  <a16:creationId xmlns:a16="http://schemas.microsoft.com/office/drawing/2014/main" id="{41429695-3FD6-6BFC-C826-AE4EE35F990D}"/>
                </a:ext>
              </a:extLst>
            </p:cNvPr>
            <p:cNvSpPr/>
            <p:nvPr/>
          </p:nvSpPr>
          <p:spPr>
            <a:xfrm>
              <a:off x="2170650" y="1767150"/>
              <a:ext cx="161850" cy="67425"/>
            </a:xfrm>
            <a:custGeom>
              <a:avLst/>
              <a:gdLst/>
              <a:ahLst/>
              <a:cxnLst/>
              <a:rect l="l" t="t" r="r" b="b"/>
              <a:pathLst>
                <a:path w="6474" h="2697" extrusionOk="0">
                  <a:moveTo>
                    <a:pt x="0" y="0"/>
                  </a:moveTo>
                  <a:lnTo>
                    <a:pt x="0" y="2696"/>
                  </a:lnTo>
                  <a:lnTo>
                    <a:pt x="816" y="2696"/>
                  </a:lnTo>
                  <a:lnTo>
                    <a:pt x="816" y="894"/>
                  </a:lnTo>
                  <a:lnTo>
                    <a:pt x="5675" y="894"/>
                  </a:lnTo>
                  <a:lnTo>
                    <a:pt x="5675" y="2696"/>
                  </a:lnTo>
                  <a:lnTo>
                    <a:pt x="6474" y="2696"/>
                  </a:lnTo>
                  <a:lnTo>
                    <a:pt x="64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45;p30">
              <a:extLst>
                <a:ext uri="{FF2B5EF4-FFF2-40B4-BE49-F238E27FC236}">
                  <a16:creationId xmlns:a16="http://schemas.microsoft.com/office/drawing/2014/main" id="{8E77E4EF-AF8E-A84C-CAE9-63AECD3160DB}"/>
                </a:ext>
              </a:extLst>
            </p:cNvPr>
            <p:cNvSpPr/>
            <p:nvPr/>
          </p:nvSpPr>
          <p:spPr>
            <a:xfrm>
              <a:off x="2170650" y="1834550"/>
              <a:ext cx="20400" cy="22350"/>
            </a:xfrm>
            <a:custGeom>
              <a:avLst/>
              <a:gdLst/>
              <a:ahLst/>
              <a:cxnLst/>
              <a:rect l="l" t="t" r="r" b="b"/>
              <a:pathLst>
                <a:path w="816" h="894" extrusionOk="0">
                  <a:moveTo>
                    <a:pt x="0" y="0"/>
                  </a:moveTo>
                  <a:lnTo>
                    <a:pt x="0" y="894"/>
                  </a:lnTo>
                  <a:lnTo>
                    <a:pt x="816" y="894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846;p30">
              <a:extLst>
                <a:ext uri="{FF2B5EF4-FFF2-40B4-BE49-F238E27FC236}">
                  <a16:creationId xmlns:a16="http://schemas.microsoft.com/office/drawing/2014/main" id="{0FAC27DC-2027-1F41-61FC-A0746CACB7D5}"/>
                </a:ext>
              </a:extLst>
            </p:cNvPr>
            <p:cNvSpPr/>
            <p:nvPr/>
          </p:nvSpPr>
          <p:spPr>
            <a:xfrm>
              <a:off x="2312500" y="1834550"/>
              <a:ext cx="20000" cy="22350"/>
            </a:xfrm>
            <a:custGeom>
              <a:avLst/>
              <a:gdLst/>
              <a:ahLst/>
              <a:cxnLst/>
              <a:rect l="l" t="t" r="r" b="b"/>
              <a:pathLst>
                <a:path w="800" h="894" extrusionOk="0">
                  <a:moveTo>
                    <a:pt x="1" y="0"/>
                  </a:moveTo>
                  <a:lnTo>
                    <a:pt x="1" y="894"/>
                  </a:lnTo>
                  <a:lnTo>
                    <a:pt x="800" y="894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47;p30">
              <a:extLst>
                <a:ext uri="{FF2B5EF4-FFF2-40B4-BE49-F238E27FC236}">
                  <a16:creationId xmlns:a16="http://schemas.microsoft.com/office/drawing/2014/main" id="{0580763A-1D74-8EFE-FFD6-B9997698AC95}"/>
                </a:ext>
              </a:extLst>
            </p:cNvPr>
            <p:cNvSpPr/>
            <p:nvPr/>
          </p:nvSpPr>
          <p:spPr>
            <a:xfrm>
              <a:off x="2241575" y="1744425"/>
              <a:ext cx="20400" cy="22750"/>
            </a:xfrm>
            <a:custGeom>
              <a:avLst/>
              <a:gdLst/>
              <a:ahLst/>
              <a:cxnLst/>
              <a:rect l="l" t="t" r="r" b="b"/>
              <a:pathLst>
                <a:path w="816" h="910" extrusionOk="0">
                  <a:moveTo>
                    <a:pt x="1" y="0"/>
                  </a:moveTo>
                  <a:lnTo>
                    <a:pt x="1" y="909"/>
                  </a:lnTo>
                  <a:lnTo>
                    <a:pt x="816" y="909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848;p30">
              <a:extLst>
                <a:ext uri="{FF2B5EF4-FFF2-40B4-BE49-F238E27FC236}">
                  <a16:creationId xmlns:a16="http://schemas.microsoft.com/office/drawing/2014/main" id="{C77E8D41-31DD-48C4-A69C-B30B7D404213}"/>
                </a:ext>
              </a:extLst>
            </p:cNvPr>
            <p:cNvSpPr/>
            <p:nvPr/>
          </p:nvSpPr>
          <p:spPr>
            <a:xfrm>
              <a:off x="2312500" y="1677025"/>
              <a:ext cx="20000" cy="45075"/>
            </a:xfrm>
            <a:custGeom>
              <a:avLst/>
              <a:gdLst/>
              <a:ahLst/>
              <a:cxnLst/>
              <a:rect l="l" t="t" r="r" b="b"/>
              <a:pathLst>
                <a:path w="800" h="1803" extrusionOk="0">
                  <a:moveTo>
                    <a:pt x="1" y="0"/>
                  </a:moveTo>
                  <a:lnTo>
                    <a:pt x="1" y="1803"/>
                  </a:lnTo>
                  <a:lnTo>
                    <a:pt x="800" y="1803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849;p30">
              <a:extLst>
                <a:ext uri="{FF2B5EF4-FFF2-40B4-BE49-F238E27FC236}">
                  <a16:creationId xmlns:a16="http://schemas.microsoft.com/office/drawing/2014/main" id="{2470B282-AFC8-A9BD-DF94-8488FB9A0F96}"/>
                </a:ext>
              </a:extLst>
            </p:cNvPr>
            <p:cNvSpPr/>
            <p:nvPr/>
          </p:nvSpPr>
          <p:spPr>
            <a:xfrm>
              <a:off x="2170650" y="1677025"/>
              <a:ext cx="20400" cy="45075"/>
            </a:xfrm>
            <a:custGeom>
              <a:avLst/>
              <a:gdLst/>
              <a:ahLst/>
              <a:cxnLst/>
              <a:rect l="l" t="t" r="r" b="b"/>
              <a:pathLst>
                <a:path w="816" h="1803" extrusionOk="0">
                  <a:moveTo>
                    <a:pt x="0" y="0"/>
                  </a:moveTo>
                  <a:lnTo>
                    <a:pt x="0" y="1803"/>
                  </a:lnTo>
                  <a:lnTo>
                    <a:pt x="816" y="1803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50;p30">
              <a:extLst>
                <a:ext uri="{FF2B5EF4-FFF2-40B4-BE49-F238E27FC236}">
                  <a16:creationId xmlns:a16="http://schemas.microsoft.com/office/drawing/2014/main" id="{6692500D-256F-4EA9-59BE-D8A9B02B0082}"/>
                </a:ext>
              </a:extLst>
            </p:cNvPr>
            <p:cNvSpPr/>
            <p:nvPr/>
          </p:nvSpPr>
          <p:spPr>
            <a:xfrm>
              <a:off x="22921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851;p30">
              <a:extLst>
                <a:ext uri="{FF2B5EF4-FFF2-40B4-BE49-F238E27FC236}">
                  <a16:creationId xmlns:a16="http://schemas.microsoft.com/office/drawing/2014/main" id="{B702D4D2-6D75-D587-78DB-6AC4BC0DFE0E}"/>
                </a:ext>
              </a:extLst>
            </p:cNvPr>
            <p:cNvSpPr/>
            <p:nvPr/>
          </p:nvSpPr>
          <p:spPr>
            <a:xfrm>
              <a:off x="2191025" y="1631950"/>
              <a:ext cx="20400" cy="45100"/>
            </a:xfrm>
            <a:custGeom>
              <a:avLst/>
              <a:gdLst/>
              <a:ahLst/>
              <a:cxnLst/>
              <a:rect l="l" t="t" r="r" b="b"/>
              <a:pathLst>
                <a:path w="816" h="1804" extrusionOk="0">
                  <a:moveTo>
                    <a:pt x="1" y="1"/>
                  </a:moveTo>
                  <a:lnTo>
                    <a:pt x="1" y="1803"/>
                  </a:lnTo>
                  <a:lnTo>
                    <a:pt x="816" y="1803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68513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타일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2" name="Google Shape;14388;p36">
            <a:extLst>
              <a:ext uri="{FF2B5EF4-FFF2-40B4-BE49-F238E27FC236}">
                <a16:creationId xmlns:a16="http://schemas.microsoft.com/office/drawing/2014/main" id="{FE5E797A-8F7C-58E7-0BDF-AF54E31B19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6996982" cy="2667300"/>
          </a:xfrm>
          <a:prstGeom prst="rect">
            <a:avLst/>
          </a:prstGeom>
        </p:spPr>
        <p:txBody>
          <a:bodyPr spcFirstLastPara="1" wrap="square" lIns="0" tIns="0" rIns="0" bIns="0" numCol="2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타일은 총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9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스테이지에 따라 디자인이 달라집니다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타일은 플레이어 타일의 이동에 맞춰 생성되거나 소멸되며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항상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9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개를 유지해야 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준보스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&amp;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보스 타일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15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턴 주기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생성되며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물리쳤을 때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쿨타임이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시작됩니다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타일은 오직 플레이어 기준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상하좌우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십자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방향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클릭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가능하고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클릭 시 일반적으로 플레이어 타일을 클릭한 타일로 이동 시킵니다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만약 상호작용이 가능한 타일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상자 등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클릭한다면 이동하지 않고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상호작용합니다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타일 위에 존재하는 오브젝트에 따라 크게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빈 타일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드랍템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타일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적 타일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이벤트 타일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총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나뉘고 설명은 다음과 같습니다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빈 타일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아무것도 존재하지 않는 타일로 클릭 시 즉시 이동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드랍템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타일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무기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아이템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상자 등 드랍 아이템이 존재하는 타일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적 타일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함정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or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몬스터가 존재하는 타일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 타일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이벤트가 존재하는 타일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742950" lvl="1" indent="-285750">
              <a:buClr>
                <a:srgbClr val="352381"/>
              </a:buClr>
              <a:buSzPct val="100000"/>
              <a:buFont typeface="+mj-ea"/>
              <a:buAutoNum type="circleNumDbPlain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타일의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UI/UX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다음과 같습니다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pic>
        <p:nvPicPr>
          <p:cNvPr id="4" name="그림 3" descr="만화 영화, 스크린샷, 텍스트, 픽셀이(가) 표시된 사진&#10;&#10;자동 생성된 설명">
            <a:extLst>
              <a:ext uri="{FF2B5EF4-FFF2-40B4-BE49-F238E27FC236}">
                <a16:creationId xmlns:a16="http://schemas.microsoft.com/office/drawing/2014/main" id="{B1577034-2ADC-77BA-2B81-C650026D1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668" y="3112082"/>
            <a:ext cx="1098544" cy="1201532"/>
          </a:xfrm>
          <a:prstGeom prst="rect">
            <a:avLst/>
          </a:prstGeom>
        </p:spPr>
      </p:pic>
      <p:sp>
        <p:nvSpPr>
          <p:cNvPr id="5" name="Google Shape;15100;p45">
            <a:extLst>
              <a:ext uri="{FF2B5EF4-FFF2-40B4-BE49-F238E27FC236}">
                <a16:creationId xmlns:a16="http://schemas.microsoft.com/office/drawing/2014/main" id="{CA709BBF-5E44-0B29-63A7-DBECE9B4FDE4}"/>
              </a:ext>
            </a:extLst>
          </p:cNvPr>
          <p:cNvSpPr txBox="1"/>
          <p:nvPr/>
        </p:nvSpPr>
        <p:spPr>
          <a:xfrm>
            <a:off x="5308863" y="3646031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accent5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수치</a:t>
            </a:r>
            <a:r>
              <a:rPr lang="en-US" altLang="ko-KR" sz="1200" dirty="0">
                <a:solidFill>
                  <a:schemeClr val="accent5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(</a:t>
            </a:r>
            <a:r>
              <a:rPr lang="ko-KR" altLang="en-US" sz="1200" dirty="0">
                <a:solidFill>
                  <a:schemeClr val="accent5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공격력 등</a:t>
            </a:r>
            <a:r>
              <a:rPr lang="en-US" altLang="ko-KR" sz="1200" dirty="0">
                <a:solidFill>
                  <a:schemeClr val="accent5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)</a:t>
            </a:r>
            <a:endParaRPr sz="1200" dirty="0">
              <a:solidFill>
                <a:schemeClr val="accent5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cxnSp>
        <p:nvCxnSpPr>
          <p:cNvPr id="6" name="Google Shape;15104;p45">
            <a:extLst>
              <a:ext uri="{FF2B5EF4-FFF2-40B4-BE49-F238E27FC236}">
                <a16:creationId xmlns:a16="http://schemas.microsoft.com/office/drawing/2014/main" id="{55B23A65-5CAD-615C-E370-DF77296BD0E0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808263" y="3372171"/>
            <a:ext cx="705335" cy="46736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1" name="Google Shape;15100;p45">
            <a:extLst>
              <a:ext uri="{FF2B5EF4-FFF2-40B4-BE49-F238E27FC236}">
                <a16:creationId xmlns:a16="http://schemas.microsoft.com/office/drawing/2014/main" id="{903975D8-2C55-89FF-DEB9-A4072E7280AF}"/>
              </a:ext>
            </a:extLst>
          </p:cNvPr>
          <p:cNvSpPr txBox="1"/>
          <p:nvPr/>
        </p:nvSpPr>
        <p:spPr>
          <a:xfrm>
            <a:off x="5308863" y="4092725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타일 이름</a:t>
            </a:r>
            <a:endParaRPr sz="1200" dirty="0">
              <a:solidFill>
                <a:schemeClr val="tx1">
                  <a:lumMod val="90000"/>
                  <a:lumOff val="10000"/>
                </a:schemeClr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cxnSp>
        <p:nvCxnSpPr>
          <p:cNvPr id="12" name="Google Shape;15104;p45">
            <a:extLst>
              <a:ext uri="{FF2B5EF4-FFF2-40B4-BE49-F238E27FC236}">
                <a16:creationId xmlns:a16="http://schemas.microsoft.com/office/drawing/2014/main" id="{2156D8CA-3B34-CA8C-6CF7-8FEF747FF616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808263" y="4109287"/>
            <a:ext cx="853252" cy="17693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5" name="Google Shape;15100;p45">
            <a:extLst>
              <a:ext uri="{FF2B5EF4-FFF2-40B4-BE49-F238E27FC236}">
                <a16:creationId xmlns:a16="http://schemas.microsoft.com/office/drawing/2014/main" id="{2000C199-63C4-E219-78D3-C6F6F9749663}"/>
              </a:ext>
            </a:extLst>
          </p:cNvPr>
          <p:cNvSpPr txBox="1"/>
          <p:nvPr/>
        </p:nvSpPr>
        <p:spPr>
          <a:xfrm>
            <a:off x="7255205" y="2665419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내구도</a:t>
            </a:r>
            <a:endParaRPr sz="1200" dirty="0">
              <a:solidFill>
                <a:schemeClr val="bg1">
                  <a:lumMod val="50000"/>
                </a:schemeClr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cxnSp>
        <p:nvCxnSpPr>
          <p:cNvPr id="16" name="Google Shape;15104;p45">
            <a:extLst>
              <a:ext uri="{FF2B5EF4-FFF2-40B4-BE49-F238E27FC236}">
                <a16:creationId xmlns:a16="http://schemas.microsoft.com/office/drawing/2014/main" id="{2F5756DD-3527-68E0-CE8D-36AFB470F0EF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7757752" y="3052876"/>
            <a:ext cx="247610" cy="246697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5" name="Google Shape;15100;p45">
            <a:extLst>
              <a:ext uri="{FF2B5EF4-FFF2-40B4-BE49-F238E27FC236}">
                <a16:creationId xmlns:a16="http://schemas.microsoft.com/office/drawing/2014/main" id="{84ECE231-49F4-5794-D1DF-3B78988F585F}"/>
              </a:ext>
            </a:extLst>
          </p:cNvPr>
          <p:cNvSpPr txBox="1"/>
          <p:nvPr/>
        </p:nvSpPr>
        <p:spPr>
          <a:xfrm>
            <a:off x="8306387" y="2918582"/>
            <a:ext cx="14994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0800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오브젝트 </a:t>
            </a:r>
            <a:r>
              <a:rPr lang="ko-KR" altLang="en-US" sz="1200" dirty="0" err="1">
                <a:solidFill>
                  <a:schemeClr val="accent4">
                    <a:lumMod val="50000"/>
                  </a:schemeClr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  <a:sym typeface="Press Start 2P"/>
              </a:rPr>
              <a:t>스프라이트</a:t>
            </a:r>
            <a:endParaRPr sz="1200" dirty="0">
              <a:solidFill>
                <a:schemeClr val="accent4">
                  <a:lumMod val="50000"/>
                </a:schemeClr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  <a:sym typeface="Press Start 2P"/>
            </a:endParaRPr>
          </a:p>
        </p:txBody>
      </p:sp>
      <p:cxnSp>
        <p:nvCxnSpPr>
          <p:cNvPr id="26" name="Google Shape;15104;p45">
            <a:extLst>
              <a:ext uri="{FF2B5EF4-FFF2-40B4-BE49-F238E27FC236}">
                <a16:creationId xmlns:a16="http://schemas.microsoft.com/office/drawing/2014/main" id="{3042B709-F15C-71FB-DE37-BBE87BD9208C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8103003" y="3112082"/>
            <a:ext cx="203384" cy="533948"/>
          </a:xfrm>
          <a:prstGeom prst="bentConnector2">
            <a:avLst/>
          </a:prstGeom>
          <a:noFill/>
          <a:ln w="19050" cap="flat" cmpd="sng">
            <a:solidFill>
              <a:schemeClr val="accent4">
                <a:lumMod val="50000"/>
              </a:schemeClr>
            </a:solidFill>
            <a:prstDash val="solid"/>
            <a:round/>
            <a:headEnd type="none" w="med" len="med"/>
            <a:tailEnd type="diamond" w="med" len="med"/>
          </a:ln>
        </p:spPr>
      </p:cxnSp>
    </p:spTree>
    <p:extLst>
      <p:ext uri="{BB962C8B-B14F-4D97-AF65-F5344CB8AC3E}">
        <p14:creationId xmlns:p14="http://schemas.microsoft.com/office/powerpoint/2010/main" val="2942828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" name="Google Shape;14387;p36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기타</a:t>
            </a:r>
            <a:endParaRPr sz="36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" name="Google Shape;14388;p36">
            <a:extLst>
              <a:ext uri="{FF2B5EF4-FFF2-40B4-BE49-F238E27FC236}">
                <a16:creationId xmlns:a16="http://schemas.microsoft.com/office/drawing/2014/main" id="{F76BD275-409E-D4E6-3D5E-725A4547C8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6996982" cy="2667300"/>
          </a:xfrm>
          <a:prstGeom prst="rect">
            <a:avLst/>
          </a:prstGeom>
        </p:spPr>
        <p:txBody>
          <a:bodyPr spcFirstLastPara="1" wrap="square" lIns="0" tIns="0" rIns="0" bIns="0" numCol="2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플레이어 체력이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이하면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게임오버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보스 몬스터를 처치하면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클리어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무한의 숲의 점수는 </a:t>
            </a:r>
            <a:r>
              <a:rPr lang="ko-KR" altLang="en-US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리더보드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시스템을 이용해 경쟁할 수 있습니다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돈은 상점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NPC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이외에도 게임 종료 후 다음 게임에 도움이 될 수 있게 하는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로그라이트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 다양한 사용처를 생각 중입니다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모든 수치 데이터들은 </a:t>
            </a:r>
            <a:r>
              <a:rPr lang="ko-KR" altLang="en-US" sz="1200" dirty="0" err="1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정수형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352381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스프라이트는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32x32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기준으로 제작됩니다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6715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9" name="Google Shape;15669;p51"/>
          <p:cNvSpPr txBox="1">
            <a:spLocks noGrp="1"/>
          </p:cNvSpPr>
          <p:nvPr>
            <p:ph type="title"/>
          </p:nvPr>
        </p:nvSpPr>
        <p:spPr>
          <a:xfrm>
            <a:off x="21261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dirty="0" err="1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플로우차트</a:t>
            </a:r>
            <a:r>
              <a:rPr lang="en-US" altLang="ko-KR" sz="4000" dirty="0"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  <a:endParaRPr sz="4000" dirty="0"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15670" name="Google Shape;15670;p51"/>
          <p:cNvSpPr txBox="1">
            <a:spLocks noGrp="1"/>
          </p:cNvSpPr>
          <p:nvPr>
            <p:ph type="subTitle" idx="1"/>
          </p:nvPr>
        </p:nvSpPr>
        <p:spPr>
          <a:xfrm>
            <a:off x="2126100" y="3500100"/>
            <a:ext cx="48918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버튼 클릭 플로우 차트</a:t>
            </a:r>
            <a:endParaRPr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15671" name="Google Shape;15671;p51"/>
          <p:cNvGrpSpPr/>
          <p:nvPr/>
        </p:nvGrpSpPr>
        <p:grpSpPr>
          <a:xfrm>
            <a:off x="3800923" y="862632"/>
            <a:ext cx="1542298" cy="1547985"/>
            <a:chOff x="720000" y="1540425"/>
            <a:chExt cx="833900" cy="836975"/>
          </a:xfrm>
        </p:grpSpPr>
        <p:sp>
          <p:nvSpPr>
            <p:cNvPr id="15672" name="Google Shape;15672;p51"/>
            <p:cNvSpPr/>
            <p:nvPr/>
          </p:nvSpPr>
          <p:spPr>
            <a:xfrm rot="-5400000">
              <a:off x="720550" y="1543413"/>
              <a:ext cx="832800" cy="831000"/>
            </a:xfrm>
            <a:prstGeom prst="wedgeRectCallout">
              <a:avLst>
                <a:gd name="adj1" fmla="val -62968"/>
                <a:gd name="adj2" fmla="val 21351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73" name="Google Shape;15673;p51"/>
            <p:cNvGrpSpPr/>
            <p:nvPr/>
          </p:nvGrpSpPr>
          <p:grpSpPr>
            <a:xfrm>
              <a:off x="720000" y="1540425"/>
              <a:ext cx="833900" cy="836975"/>
              <a:chOff x="720000" y="1540425"/>
              <a:chExt cx="833900" cy="836975"/>
            </a:xfrm>
          </p:grpSpPr>
          <p:sp>
            <p:nvSpPr>
              <p:cNvPr id="15674" name="Google Shape;15674;p51"/>
              <p:cNvSpPr/>
              <p:nvPr/>
            </p:nvSpPr>
            <p:spPr>
              <a:xfrm>
                <a:off x="14534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5" name="Google Shape;15675;p51"/>
              <p:cNvSpPr/>
              <p:nvPr/>
            </p:nvSpPr>
            <p:spPr>
              <a:xfrm>
                <a:off x="720000" y="1540425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6" name="Google Shape;15676;p51"/>
              <p:cNvSpPr/>
              <p:nvPr/>
            </p:nvSpPr>
            <p:spPr>
              <a:xfrm>
                <a:off x="14534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7" name="Google Shape;15677;p51"/>
              <p:cNvSpPr/>
              <p:nvPr/>
            </p:nvSpPr>
            <p:spPr>
              <a:xfrm>
                <a:off x="720000" y="2276900"/>
                <a:ext cx="100500" cy="1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678" name="Google Shape;15678;p51"/>
          <p:cNvSpPr txBox="1">
            <a:spLocks noGrp="1"/>
          </p:cNvSpPr>
          <p:nvPr>
            <p:ph type="title" idx="2"/>
          </p:nvPr>
        </p:nvSpPr>
        <p:spPr>
          <a:xfrm>
            <a:off x="3871375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DB6E7A-B283-1815-16F4-878A49751B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85987" y="401648"/>
            <a:ext cx="4772025" cy="380174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흑백, 폰트이(가) 표시된 사진&#10;&#10;자동 생성된 설명">
            <a:extLst>
              <a:ext uri="{FF2B5EF4-FFF2-40B4-BE49-F238E27FC236}">
                <a16:creationId xmlns:a16="http://schemas.microsoft.com/office/drawing/2014/main" id="{26DB6E7A-B283-1815-16F4-878A49751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987" y="345132"/>
            <a:ext cx="477202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43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DB6E7A-B283-1815-16F4-878A49751B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16263" y="345132"/>
            <a:ext cx="2311473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48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DB6E7A-B283-1815-16F4-878A49751B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00287" y="345132"/>
            <a:ext cx="1143424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67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DB6E7A-B283-1815-16F4-878A49751B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85987" y="450382"/>
            <a:ext cx="4772025" cy="370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41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11" name="Google Shape;16011;p60"/>
          <p:cNvGrpSpPr/>
          <p:nvPr/>
        </p:nvGrpSpPr>
        <p:grpSpPr>
          <a:xfrm>
            <a:off x="1485126" y="570997"/>
            <a:ext cx="6173744" cy="3632213"/>
            <a:chOff x="1783594" y="620894"/>
            <a:chExt cx="5498525" cy="2832356"/>
          </a:xfrm>
        </p:grpSpPr>
        <p:sp>
          <p:nvSpPr>
            <p:cNvPr id="16012" name="Google Shape;16012;p60"/>
            <p:cNvSpPr/>
            <p:nvPr/>
          </p:nvSpPr>
          <p:spPr>
            <a:xfrm>
              <a:off x="1790650" y="627950"/>
              <a:ext cx="5484900" cy="2822100"/>
            </a:xfrm>
            <a:prstGeom prst="wedgeRectCallout">
              <a:avLst>
                <a:gd name="adj1" fmla="val -55031"/>
                <a:gd name="adj2" fmla="val 2122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3" name="Google Shape;16013;p60"/>
            <p:cNvSpPr/>
            <p:nvPr/>
          </p:nvSpPr>
          <p:spPr>
            <a:xfrm>
              <a:off x="1783594" y="620894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4" name="Google Shape;16014;p60"/>
            <p:cNvSpPr/>
            <p:nvPr/>
          </p:nvSpPr>
          <p:spPr>
            <a:xfrm>
              <a:off x="7007019" y="620894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5" name="Google Shape;16015;p60"/>
            <p:cNvSpPr/>
            <p:nvPr/>
          </p:nvSpPr>
          <p:spPr>
            <a:xfrm>
              <a:off x="1783594" y="3178150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6" name="Google Shape;16016;p60"/>
            <p:cNvSpPr/>
            <p:nvPr/>
          </p:nvSpPr>
          <p:spPr>
            <a:xfrm>
              <a:off x="7007019" y="3178150"/>
              <a:ext cx="2751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17" name="Google Shape;16017;p60"/>
          <p:cNvSpPr txBox="1">
            <a:spLocks noGrp="1"/>
          </p:cNvSpPr>
          <p:nvPr>
            <p:ph type="title"/>
          </p:nvPr>
        </p:nvSpPr>
        <p:spPr>
          <a:xfrm>
            <a:off x="2510400" y="896825"/>
            <a:ext cx="4123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6018" name="Google Shape;16018;p60"/>
          <p:cNvSpPr txBox="1">
            <a:spLocks noGrp="1"/>
          </p:cNvSpPr>
          <p:nvPr>
            <p:ph type="subTitle" idx="1"/>
          </p:nvPr>
        </p:nvSpPr>
        <p:spPr>
          <a:xfrm>
            <a:off x="3047250" y="1944625"/>
            <a:ext cx="3049500" cy="30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</p:txBody>
      </p:sp>
      <p:sp>
        <p:nvSpPr>
          <p:cNvPr id="16019" name="Google Shape;16019;p60"/>
          <p:cNvSpPr txBox="1">
            <a:spLocks noGrp="1"/>
          </p:cNvSpPr>
          <p:nvPr>
            <p:ph type="subTitle" idx="2"/>
          </p:nvPr>
        </p:nvSpPr>
        <p:spPr>
          <a:xfrm>
            <a:off x="3494700" y="2244475"/>
            <a:ext cx="2154600" cy="8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3"/>
              </a:rPr>
              <a:t>hdh36115@gmail.com</a:t>
            </a: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+81 10 9271 5476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</a:t>
            </a:r>
            <a:r>
              <a:rPr lang="en" dirty="0"/>
              <a:t>udensmith.com</a:t>
            </a:r>
            <a:endParaRPr dirty="0"/>
          </a:p>
        </p:txBody>
      </p:sp>
      <p:sp>
        <p:nvSpPr>
          <p:cNvPr id="16020" name="Google Shape;16020;p60"/>
          <p:cNvSpPr txBox="1">
            <a:spLocks noGrp="1"/>
          </p:cNvSpPr>
          <p:nvPr>
            <p:ph type="subTitle" idx="1"/>
          </p:nvPr>
        </p:nvSpPr>
        <p:spPr>
          <a:xfrm>
            <a:off x="3047250" y="3734525"/>
            <a:ext cx="3049500" cy="30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Advent Pro"/>
                <a:ea typeface="Advent Pro"/>
                <a:cs typeface="Advent Pro"/>
                <a:sym typeface="Advent Pro"/>
              </a:rPr>
              <a:t>Please keep this slide for attribution</a:t>
            </a:r>
            <a:endParaRPr sz="1200" b="1">
              <a:latin typeface="Advent Pro"/>
              <a:ea typeface="Advent Pro"/>
              <a:cs typeface="Advent Pro"/>
              <a:sym typeface="Advent Pro"/>
            </a:endParaRPr>
          </a:p>
        </p:txBody>
      </p:sp>
      <p:sp>
        <p:nvSpPr>
          <p:cNvPr id="16021" name="Google Shape;16021;p60"/>
          <p:cNvSpPr txBox="1">
            <a:spLocks noGrp="1"/>
          </p:cNvSpPr>
          <p:nvPr>
            <p:ph type="subTitle" idx="1"/>
          </p:nvPr>
        </p:nvSpPr>
        <p:spPr>
          <a:xfrm>
            <a:off x="2510399" y="3266825"/>
            <a:ext cx="4123200" cy="467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Slidesgo</a:t>
            </a:r>
            <a:r>
              <a:rPr lang="en" sz="1200"/>
              <a:t>, including icons by </a:t>
            </a:r>
            <a:r>
              <a:rPr lang="en" sz="1200" b="1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Flaticon</a:t>
            </a:r>
            <a:r>
              <a:rPr lang="en" sz="1200"/>
              <a:t>, and infographics &amp; images by </a:t>
            </a:r>
            <a:r>
              <a:rPr lang="en" sz="1200" b="1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Freepik</a:t>
            </a:r>
            <a:endParaRPr sz="1200" b="1">
              <a:solidFill>
                <a:schemeClr val="dk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grpSp>
        <p:nvGrpSpPr>
          <p:cNvPr id="16022" name="Google Shape;16022;p60"/>
          <p:cNvGrpSpPr/>
          <p:nvPr/>
        </p:nvGrpSpPr>
        <p:grpSpPr>
          <a:xfrm>
            <a:off x="3665284" y="1494895"/>
            <a:ext cx="326222" cy="327425"/>
            <a:chOff x="3304721" y="1494895"/>
            <a:chExt cx="326222" cy="327425"/>
          </a:xfrm>
        </p:grpSpPr>
        <p:grpSp>
          <p:nvGrpSpPr>
            <p:cNvPr id="16023" name="Google Shape;16023;p60"/>
            <p:cNvGrpSpPr/>
            <p:nvPr/>
          </p:nvGrpSpPr>
          <p:grpSpPr>
            <a:xfrm>
              <a:off x="3304721" y="1494895"/>
              <a:ext cx="326222" cy="327425"/>
              <a:chOff x="720000" y="1540425"/>
              <a:chExt cx="833900" cy="836975"/>
            </a:xfrm>
          </p:grpSpPr>
          <p:sp>
            <p:nvSpPr>
              <p:cNvPr id="16024" name="Google Shape;16024;p60"/>
              <p:cNvSpPr/>
              <p:nvPr/>
            </p:nvSpPr>
            <p:spPr>
              <a:xfrm rot="-5400000">
                <a:off x="720550" y="1543413"/>
                <a:ext cx="832800" cy="83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025" name="Google Shape;16025;p60"/>
              <p:cNvGrpSpPr/>
              <p:nvPr/>
            </p:nvGrpSpPr>
            <p:grpSpPr>
              <a:xfrm>
                <a:off x="720000" y="1540425"/>
                <a:ext cx="833900" cy="836975"/>
                <a:chOff x="720000" y="1540425"/>
                <a:chExt cx="833900" cy="836975"/>
              </a:xfrm>
            </p:grpSpPr>
            <p:sp>
              <p:nvSpPr>
                <p:cNvPr id="16026" name="Google Shape;16026;p60"/>
                <p:cNvSpPr/>
                <p:nvPr/>
              </p:nvSpPr>
              <p:spPr>
                <a:xfrm>
                  <a:off x="1453400" y="1540425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7" name="Google Shape;16027;p60"/>
                <p:cNvSpPr/>
                <p:nvPr/>
              </p:nvSpPr>
              <p:spPr>
                <a:xfrm>
                  <a:off x="720000" y="1540425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8" name="Google Shape;16028;p60"/>
                <p:cNvSpPr/>
                <p:nvPr/>
              </p:nvSpPr>
              <p:spPr>
                <a:xfrm>
                  <a:off x="1453400" y="2276900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9" name="Google Shape;16029;p60"/>
                <p:cNvSpPr/>
                <p:nvPr/>
              </p:nvSpPr>
              <p:spPr>
                <a:xfrm>
                  <a:off x="720000" y="2276900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030" name="Google Shape;16030;p60"/>
            <p:cNvGrpSpPr/>
            <p:nvPr/>
          </p:nvGrpSpPr>
          <p:grpSpPr>
            <a:xfrm>
              <a:off x="3362351" y="1553048"/>
              <a:ext cx="211097" cy="211009"/>
              <a:chOff x="2113050" y="2963100"/>
              <a:chExt cx="872300" cy="872300"/>
            </a:xfrm>
          </p:grpSpPr>
          <p:sp>
            <p:nvSpPr>
              <p:cNvPr id="16031" name="Google Shape;16031;p60"/>
              <p:cNvSpPr/>
              <p:nvPr/>
            </p:nvSpPr>
            <p:spPr>
              <a:xfrm>
                <a:off x="2113050" y="2963100"/>
                <a:ext cx="872300" cy="872300"/>
              </a:xfrm>
              <a:custGeom>
                <a:avLst/>
                <a:gdLst/>
                <a:ahLst/>
                <a:cxnLst/>
                <a:rect l="l" t="t" r="r" b="b"/>
                <a:pathLst>
                  <a:path w="34892" h="34892" extrusionOk="0">
                    <a:moveTo>
                      <a:pt x="4562" y="0"/>
                    </a:moveTo>
                    <a:lnTo>
                      <a:pt x="4562" y="2273"/>
                    </a:lnTo>
                    <a:lnTo>
                      <a:pt x="2273" y="2273"/>
                    </a:lnTo>
                    <a:lnTo>
                      <a:pt x="2273" y="4546"/>
                    </a:lnTo>
                    <a:lnTo>
                      <a:pt x="0" y="4546"/>
                    </a:lnTo>
                    <a:lnTo>
                      <a:pt x="0" y="30346"/>
                    </a:lnTo>
                    <a:lnTo>
                      <a:pt x="2273" y="30346"/>
                    </a:lnTo>
                    <a:lnTo>
                      <a:pt x="2273" y="32618"/>
                    </a:lnTo>
                    <a:lnTo>
                      <a:pt x="4562" y="32618"/>
                    </a:lnTo>
                    <a:lnTo>
                      <a:pt x="4562" y="34891"/>
                    </a:lnTo>
                    <a:lnTo>
                      <a:pt x="30346" y="34891"/>
                    </a:lnTo>
                    <a:lnTo>
                      <a:pt x="30346" y="32618"/>
                    </a:lnTo>
                    <a:lnTo>
                      <a:pt x="32619" y="32618"/>
                    </a:lnTo>
                    <a:lnTo>
                      <a:pt x="32619" y="30346"/>
                    </a:lnTo>
                    <a:lnTo>
                      <a:pt x="34891" y="30346"/>
                    </a:lnTo>
                    <a:lnTo>
                      <a:pt x="34891" y="4546"/>
                    </a:lnTo>
                    <a:lnTo>
                      <a:pt x="32619" y="4546"/>
                    </a:lnTo>
                    <a:lnTo>
                      <a:pt x="32619" y="2273"/>
                    </a:lnTo>
                    <a:lnTo>
                      <a:pt x="30346" y="2273"/>
                    </a:lnTo>
                    <a:lnTo>
                      <a:pt x="3034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2" name="Google Shape;16032;p60"/>
              <p:cNvSpPr/>
              <p:nvPr/>
            </p:nvSpPr>
            <p:spPr>
              <a:xfrm>
                <a:off x="2113050" y="2963100"/>
                <a:ext cx="170875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6835" h="6819" extrusionOk="0">
                    <a:moveTo>
                      <a:pt x="4562" y="0"/>
                    </a:moveTo>
                    <a:lnTo>
                      <a:pt x="4562" y="2273"/>
                    </a:lnTo>
                    <a:lnTo>
                      <a:pt x="2273" y="2273"/>
                    </a:lnTo>
                    <a:lnTo>
                      <a:pt x="2273" y="4546"/>
                    </a:lnTo>
                    <a:lnTo>
                      <a:pt x="0" y="4546"/>
                    </a:lnTo>
                    <a:lnTo>
                      <a:pt x="0" y="6819"/>
                    </a:lnTo>
                    <a:lnTo>
                      <a:pt x="4562" y="6819"/>
                    </a:lnTo>
                    <a:lnTo>
                      <a:pt x="4562" y="4546"/>
                    </a:lnTo>
                    <a:lnTo>
                      <a:pt x="6834" y="4546"/>
                    </a:lnTo>
                    <a:lnTo>
                      <a:pt x="68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3" name="Google Shape;16033;p60"/>
              <p:cNvSpPr/>
              <p:nvPr/>
            </p:nvSpPr>
            <p:spPr>
              <a:xfrm>
                <a:off x="2549175" y="2963100"/>
                <a:ext cx="436175" cy="872300"/>
              </a:xfrm>
              <a:custGeom>
                <a:avLst/>
                <a:gdLst/>
                <a:ahLst/>
                <a:cxnLst/>
                <a:rect l="l" t="t" r="r" b="b"/>
                <a:pathLst>
                  <a:path w="17447" h="34892" extrusionOk="0">
                    <a:moveTo>
                      <a:pt x="1" y="0"/>
                    </a:moveTo>
                    <a:lnTo>
                      <a:pt x="1" y="34891"/>
                    </a:lnTo>
                    <a:lnTo>
                      <a:pt x="12901" y="34891"/>
                    </a:lnTo>
                    <a:lnTo>
                      <a:pt x="12901" y="32618"/>
                    </a:lnTo>
                    <a:lnTo>
                      <a:pt x="15174" y="32618"/>
                    </a:lnTo>
                    <a:lnTo>
                      <a:pt x="15174" y="30346"/>
                    </a:lnTo>
                    <a:lnTo>
                      <a:pt x="17446" y="30346"/>
                    </a:lnTo>
                    <a:lnTo>
                      <a:pt x="17446" y="4546"/>
                    </a:lnTo>
                    <a:lnTo>
                      <a:pt x="15174" y="4546"/>
                    </a:lnTo>
                    <a:lnTo>
                      <a:pt x="15174" y="2273"/>
                    </a:lnTo>
                    <a:lnTo>
                      <a:pt x="12901" y="2273"/>
                    </a:lnTo>
                    <a:lnTo>
                      <a:pt x="12901" y="0"/>
                    </a:lnTo>
                    <a:close/>
                  </a:path>
                </a:pathLst>
              </a:custGeom>
              <a:solidFill>
                <a:srgbClr val="FFC8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4" name="Google Shape;16034;p60"/>
              <p:cNvSpPr/>
              <p:nvPr/>
            </p:nvSpPr>
            <p:spPr>
              <a:xfrm>
                <a:off x="2169875" y="3019925"/>
                <a:ext cx="57225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289" h="2273" extrusionOk="0">
                    <a:moveTo>
                      <a:pt x="0" y="0"/>
                    </a:moveTo>
                    <a:lnTo>
                      <a:pt x="0" y="2273"/>
                    </a:lnTo>
                    <a:lnTo>
                      <a:pt x="2289" y="2273"/>
                    </a:lnTo>
                    <a:lnTo>
                      <a:pt x="22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5" name="Google Shape;16035;p60"/>
              <p:cNvSpPr/>
              <p:nvPr/>
            </p:nvSpPr>
            <p:spPr>
              <a:xfrm>
                <a:off x="2871675" y="3019925"/>
                <a:ext cx="56850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3" extrusionOk="0">
                    <a:moveTo>
                      <a:pt x="1" y="0"/>
                    </a:moveTo>
                    <a:lnTo>
                      <a:pt x="1" y="2273"/>
                    </a:lnTo>
                    <a:lnTo>
                      <a:pt x="2274" y="2273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6" name="Google Shape;16036;p60"/>
              <p:cNvSpPr/>
              <p:nvPr/>
            </p:nvSpPr>
            <p:spPr>
              <a:xfrm>
                <a:off x="2169875" y="3721725"/>
                <a:ext cx="572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89" h="2274" extrusionOk="0">
                    <a:moveTo>
                      <a:pt x="0" y="1"/>
                    </a:moveTo>
                    <a:lnTo>
                      <a:pt x="0" y="2273"/>
                    </a:lnTo>
                    <a:lnTo>
                      <a:pt x="2289" y="2273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7" name="Google Shape;16037;p60"/>
              <p:cNvSpPr/>
              <p:nvPr/>
            </p:nvSpPr>
            <p:spPr>
              <a:xfrm>
                <a:off x="2871675" y="3721725"/>
                <a:ext cx="5685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4" extrusionOk="0">
                    <a:moveTo>
                      <a:pt x="1" y="1"/>
                    </a:moveTo>
                    <a:lnTo>
                      <a:pt x="1" y="2273"/>
                    </a:lnTo>
                    <a:lnTo>
                      <a:pt x="2274" y="2273"/>
                    </a:lnTo>
                    <a:lnTo>
                      <a:pt x="22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8" name="Google Shape;16038;p60"/>
              <p:cNvSpPr/>
              <p:nvPr/>
            </p:nvSpPr>
            <p:spPr>
              <a:xfrm>
                <a:off x="2113050" y="3076725"/>
                <a:ext cx="56850" cy="645025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5801" extrusionOk="0">
                    <a:moveTo>
                      <a:pt x="0" y="1"/>
                    </a:moveTo>
                    <a:lnTo>
                      <a:pt x="0" y="25801"/>
                    </a:lnTo>
                    <a:lnTo>
                      <a:pt x="2273" y="25801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9" name="Google Shape;16039;p60"/>
              <p:cNvSpPr/>
              <p:nvPr/>
            </p:nvSpPr>
            <p:spPr>
              <a:xfrm>
                <a:off x="2928500" y="3076725"/>
                <a:ext cx="56850" cy="645025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5801" extrusionOk="0">
                    <a:moveTo>
                      <a:pt x="1" y="1"/>
                    </a:moveTo>
                    <a:lnTo>
                      <a:pt x="1" y="25801"/>
                    </a:lnTo>
                    <a:lnTo>
                      <a:pt x="2273" y="25801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0" name="Google Shape;16040;p60"/>
              <p:cNvSpPr/>
              <p:nvPr/>
            </p:nvSpPr>
            <p:spPr>
              <a:xfrm>
                <a:off x="2227075" y="2963100"/>
                <a:ext cx="644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5785" h="2274" extrusionOk="0">
                    <a:moveTo>
                      <a:pt x="1" y="0"/>
                    </a:moveTo>
                    <a:lnTo>
                      <a:pt x="1" y="2273"/>
                    </a:lnTo>
                    <a:lnTo>
                      <a:pt x="25785" y="2273"/>
                    </a:lnTo>
                    <a:lnTo>
                      <a:pt x="2578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1" name="Google Shape;16041;p60"/>
              <p:cNvSpPr/>
              <p:nvPr/>
            </p:nvSpPr>
            <p:spPr>
              <a:xfrm>
                <a:off x="2227075" y="3778550"/>
                <a:ext cx="644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5785" h="2274" extrusionOk="0">
                    <a:moveTo>
                      <a:pt x="1" y="0"/>
                    </a:moveTo>
                    <a:lnTo>
                      <a:pt x="1" y="2273"/>
                    </a:lnTo>
                    <a:lnTo>
                      <a:pt x="25785" y="2273"/>
                    </a:lnTo>
                    <a:lnTo>
                      <a:pt x="2578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2" name="Google Shape;16042;p60"/>
              <p:cNvSpPr/>
              <p:nvPr/>
            </p:nvSpPr>
            <p:spPr>
              <a:xfrm>
                <a:off x="2321900" y="3285600"/>
                <a:ext cx="56850" cy="22730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9092" extrusionOk="0">
                    <a:moveTo>
                      <a:pt x="1" y="0"/>
                    </a:moveTo>
                    <a:lnTo>
                      <a:pt x="1" y="9091"/>
                    </a:lnTo>
                    <a:lnTo>
                      <a:pt x="2274" y="9091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3" name="Google Shape;16043;p60"/>
              <p:cNvSpPr/>
              <p:nvPr/>
            </p:nvSpPr>
            <p:spPr>
              <a:xfrm>
                <a:off x="2720025" y="3285600"/>
                <a:ext cx="56850" cy="22730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9092" extrusionOk="0">
                    <a:moveTo>
                      <a:pt x="1" y="0"/>
                    </a:moveTo>
                    <a:lnTo>
                      <a:pt x="1" y="9091"/>
                    </a:lnTo>
                    <a:lnTo>
                      <a:pt x="2274" y="9091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4" name="Google Shape;16044;p60"/>
              <p:cNvSpPr/>
              <p:nvPr/>
            </p:nvSpPr>
            <p:spPr>
              <a:xfrm>
                <a:off x="2435550" y="3171550"/>
                <a:ext cx="22770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9108" h="2274" extrusionOk="0">
                    <a:moveTo>
                      <a:pt x="0" y="1"/>
                    </a:moveTo>
                    <a:lnTo>
                      <a:pt x="0" y="2274"/>
                    </a:lnTo>
                    <a:lnTo>
                      <a:pt x="9107" y="2274"/>
                    </a:lnTo>
                    <a:lnTo>
                      <a:pt x="910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5" name="Google Shape;16045;p60"/>
              <p:cNvSpPr/>
              <p:nvPr/>
            </p:nvSpPr>
            <p:spPr>
              <a:xfrm>
                <a:off x="2435550" y="3569700"/>
                <a:ext cx="227700" cy="57225"/>
              </a:xfrm>
              <a:custGeom>
                <a:avLst/>
                <a:gdLst/>
                <a:ahLst/>
                <a:cxnLst/>
                <a:rect l="l" t="t" r="r" b="b"/>
                <a:pathLst>
                  <a:path w="9108" h="2289" extrusionOk="0">
                    <a:moveTo>
                      <a:pt x="0" y="0"/>
                    </a:moveTo>
                    <a:lnTo>
                      <a:pt x="0" y="2289"/>
                    </a:lnTo>
                    <a:lnTo>
                      <a:pt x="9107" y="2289"/>
                    </a:lnTo>
                    <a:lnTo>
                      <a:pt x="910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6" name="Google Shape;16046;p60"/>
              <p:cNvSpPr/>
              <p:nvPr/>
            </p:nvSpPr>
            <p:spPr>
              <a:xfrm>
                <a:off x="2378725" y="3228375"/>
                <a:ext cx="56850" cy="572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90" extrusionOk="0">
                    <a:moveTo>
                      <a:pt x="1" y="1"/>
                    </a:moveTo>
                    <a:lnTo>
                      <a:pt x="1" y="2289"/>
                    </a:lnTo>
                    <a:lnTo>
                      <a:pt x="2273" y="2289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7" name="Google Shape;16047;p60"/>
              <p:cNvSpPr/>
              <p:nvPr/>
            </p:nvSpPr>
            <p:spPr>
              <a:xfrm>
                <a:off x="2663225" y="3228375"/>
                <a:ext cx="56825" cy="57250"/>
              </a:xfrm>
              <a:custGeom>
                <a:avLst/>
                <a:gdLst/>
                <a:ahLst/>
                <a:cxnLst/>
                <a:rect l="l" t="t" r="r" b="b"/>
                <a:pathLst>
                  <a:path w="2273" h="2290" extrusionOk="0">
                    <a:moveTo>
                      <a:pt x="0" y="1"/>
                    </a:moveTo>
                    <a:lnTo>
                      <a:pt x="0" y="2289"/>
                    </a:lnTo>
                    <a:lnTo>
                      <a:pt x="2273" y="2289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8" name="Google Shape;16048;p60"/>
              <p:cNvSpPr/>
              <p:nvPr/>
            </p:nvSpPr>
            <p:spPr>
              <a:xfrm>
                <a:off x="2378725" y="3512875"/>
                <a:ext cx="5685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4" extrusionOk="0">
                    <a:moveTo>
                      <a:pt x="1" y="0"/>
                    </a:moveTo>
                    <a:lnTo>
                      <a:pt x="1" y="2273"/>
                    </a:lnTo>
                    <a:lnTo>
                      <a:pt x="2273" y="2273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9" name="Google Shape;16049;p60"/>
              <p:cNvSpPr/>
              <p:nvPr/>
            </p:nvSpPr>
            <p:spPr>
              <a:xfrm>
                <a:off x="2663225" y="3512875"/>
                <a:ext cx="568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3" h="2274" extrusionOk="0">
                    <a:moveTo>
                      <a:pt x="0" y="0"/>
                    </a:moveTo>
                    <a:lnTo>
                      <a:pt x="0" y="2273"/>
                    </a:lnTo>
                    <a:lnTo>
                      <a:pt x="2273" y="2273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0" name="Google Shape;16050;p60"/>
              <p:cNvSpPr/>
              <p:nvPr/>
            </p:nvSpPr>
            <p:spPr>
              <a:xfrm>
                <a:off x="2758050" y="3114750"/>
                <a:ext cx="75650" cy="76050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42" extrusionOk="0">
                    <a:moveTo>
                      <a:pt x="0" y="0"/>
                    </a:moveTo>
                    <a:lnTo>
                      <a:pt x="0" y="3041"/>
                    </a:lnTo>
                    <a:lnTo>
                      <a:pt x="3025" y="3041"/>
                    </a:lnTo>
                    <a:lnTo>
                      <a:pt x="30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051" name="Google Shape;16051;p60"/>
          <p:cNvGrpSpPr/>
          <p:nvPr/>
        </p:nvGrpSpPr>
        <p:grpSpPr>
          <a:xfrm>
            <a:off x="4161159" y="1494895"/>
            <a:ext cx="326222" cy="327425"/>
            <a:chOff x="3800596" y="1494895"/>
            <a:chExt cx="326222" cy="327425"/>
          </a:xfrm>
        </p:grpSpPr>
        <p:grpSp>
          <p:nvGrpSpPr>
            <p:cNvPr id="16052" name="Google Shape;16052;p60"/>
            <p:cNvGrpSpPr/>
            <p:nvPr/>
          </p:nvGrpSpPr>
          <p:grpSpPr>
            <a:xfrm>
              <a:off x="3800596" y="1494895"/>
              <a:ext cx="326222" cy="327425"/>
              <a:chOff x="720000" y="1540425"/>
              <a:chExt cx="833900" cy="836975"/>
            </a:xfrm>
          </p:grpSpPr>
          <p:sp>
            <p:nvSpPr>
              <p:cNvPr id="16053" name="Google Shape;16053;p60"/>
              <p:cNvSpPr/>
              <p:nvPr/>
            </p:nvSpPr>
            <p:spPr>
              <a:xfrm rot="-5400000">
                <a:off x="720550" y="1543413"/>
                <a:ext cx="832800" cy="83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054" name="Google Shape;16054;p60"/>
              <p:cNvGrpSpPr/>
              <p:nvPr/>
            </p:nvGrpSpPr>
            <p:grpSpPr>
              <a:xfrm>
                <a:off x="720000" y="1540425"/>
                <a:ext cx="833900" cy="836975"/>
                <a:chOff x="720000" y="1540425"/>
                <a:chExt cx="833900" cy="836975"/>
              </a:xfrm>
            </p:grpSpPr>
            <p:sp>
              <p:nvSpPr>
                <p:cNvPr id="16055" name="Google Shape;16055;p60"/>
                <p:cNvSpPr/>
                <p:nvPr/>
              </p:nvSpPr>
              <p:spPr>
                <a:xfrm>
                  <a:off x="1453400" y="1540425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56" name="Google Shape;16056;p60"/>
                <p:cNvSpPr/>
                <p:nvPr/>
              </p:nvSpPr>
              <p:spPr>
                <a:xfrm>
                  <a:off x="720000" y="1540425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57" name="Google Shape;16057;p60"/>
                <p:cNvSpPr/>
                <p:nvPr/>
              </p:nvSpPr>
              <p:spPr>
                <a:xfrm>
                  <a:off x="1453400" y="2276900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58" name="Google Shape;16058;p60"/>
                <p:cNvSpPr/>
                <p:nvPr/>
              </p:nvSpPr>
              <p:spPr>
                <a:xfrm>
                  <a:off x="720000" y="2276900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059" name="Google Shape;16059;p60"/>
            <p:cNvGrpSpPr/>
            <p:nvPr/>
          </p:nvGrpSpPr>
          <p:grpSpPr>
            <a:xfrm>
              <a:off x="3858154" y="1553085"/>
              <a:ext cx="211097" cy="211009"/>
              <a:chOff x="2113050" y="1320825"/>
              <a:chExt cx="872300" cy="872300"/>
            </a:xfrm>
          </p:grpSpPr>
          <p:sp>
            <p:nvSpPr>
              <p:cNvPr id="16060" name="Google Shape;16060;p60"/>
              <p:cNvSpPr/>
              <p:nvPr/>
            </p:nvSpPr>
            <p:spPr>
              <a:xfrm>
                <a:off x="2113050" y="1605300"/>
                <a:ext cx="227700" cy="587825"/>
              </a:xfrm>
              <a:custGeom>
                <a:avLst/>
                <a:gdLst/>
                <a:ahLst/>
                <a:cxnLst/>
                <a:rect l="l" t="t" r="r" b="b"/>
                <a:pathLst>
                  <a:path w="9108" h="23513" extrusionOk="0">
                    <a:moveTo>
                      <a:pt x="0" y="1"/>
                    </a:moveTo>
                    <a:lnTo>
                      <a:pt x="0" y="23512"/>
                    </a:lnTo>
                    <a:lnTo>
                      <a:pt x="9107" y="23512"/>
                    </a:lnTo>
                    <a:lnTo>
                      <a:pt x="910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1" name="Google Shape;16061;p60"/>
              <p:cNvSpPr/>
              <p:nvPr/>
            </p:nvSpPr>
            <p:spPr>
              <a:xfrm>
                <a:off x="2113050" y="1320825"/>
                <a:ext cx="227700" cy="227300"/>
              </a:xfrm>
              <a:custGeom>
                <a:avLst/>
                <a:gdLst/>
                <a:ahLst/>
                <a:cxnLst/>
                <a:rect l="l" t="t" r="r" b="b"/>
                <a:pathLst>
                  <a:path w="9108" h="9092" extrusionOk="0">
                    <a:moveTo>
                      <a:pt x="2273" y="0"/>
                    </a:moveTo>
                    <a:lnTo>
                      <a:pt x="2273" y="2273"/>
                    </a:lnTo>
                    <a:lnTo>
                      <a:pt x="0" y="2273"/>
                    </a:lnTo>
                    <a:lnTo>
                      <a:pt x="0" y="6818"/>
                    </a:lnTo>
                    <a:lnTo>
                      <a:pt x="2273" y="6818"/>
                    </a:lnTo>
                    <a:lnTo>
                      <a:pt x="2273" y="9091"/>
                    </a:lnTo>
                    <a:lnTo>
                      <a:pt x="6834" y="9091"/>
                    </a:lnTo>
                    <a:lnTo>
                      <a:pt x="6834" y="6818"/>
                    </a:lnTo>
                    <a:lnTo>
                      <a:pt x="9107" y="6818"/>
                    </a:lnTo>
                    <a:lnTo>
                      <a:pt x="9107" y="2273"/>
                    </a:lnTo>
                    <a:lnTo>
                      <a:pt x="6834" y="2273"/>
                    </a:lnTo>
                    <a:lnTo>
                      <a:pt x="68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2" name="Google Shape;16062;p60"/>
              <p:cNvSpPr/>
              <p:nvPr/>
            </p:nvSpPr>
            <p:spPr>
              <a:xfrm>
                <a:off x="2416725" y="1605300"/>
                <a:ext cx="568625" cy="587825"/>
              </a:xfrm>
              <a:custGeom>
                <a:avLst/>
                <a:gdLst/>
                <a:ahLst/>
                <a:cxnLst/>
                <a:rect l="l" t="t" r="r" b="b"/>
                <a:pathLst>
                  <a:path w="22745" h="23513" extrusionOk="0">
                    <a:moveTo>
                      <a:pt x="1" y="1"/>
                    </a:moveTo>
                    <a:lnTo>
                      <a:pt x="1" y="23512"/>
                    </a:lnTo>
                    <a:lnTo>
                      <a:pt x="8340" y="23512"/>
                    </a:lnTo>
                    <a:lnTo>
                      <a:pt x="8340" y="9092"/>
                    </a:lnTo>
                    <a:lnTo>
                      <a:pt x="14406" y="9092"/>
                    </a:lnTo>
                    <a:lnTo>
                      <a:pt x="14406" y="23512"/>
                    </a:lnTo>
                    <a:lnTo>
                      <a:pt x="22744" y="23512"/>
                    </a:lnTo>
                    <a:lnTo>
                      <a:pt x="22744" y="4546"/>
                    </a:lnTo>
                    <a:lnTo>
                      <a:pt x="20472" y="4546"/>
                    </a:lnTo>
                    <a:lnTo>
                      <a:pt x="20472" y="2273"/>
                    </a:lnTo>
                    <a:lnTo>
                      <a:pt x="18199" y="2273"/>
                    </a:lnTo>
                    <a:lnTo>
                      <a:pt x="181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3" name="Google Shape;16063;p60"/>
              <p:cNvSpPr/>
              <p:nvPr/>
            </p:nvSpPr>
            <p:spPr>
              <a:xfrm>
                <a:off x="2113050" y="1320825"/>
                <a:ext cx="114050" cy="113650"/>
              </a:xfrm>
              <a:custGeom>
                <a:avLst/>
                <a:gdLst/>
                <a:ahLst/>
                <a:cxnLst/>
                <a:rect l="l" t="t" r="r" b="b"/>
                <a:pathLst>
                  <a:path w="4562" h="4546" extrusionOk="0">
                    <a:moveTo>
                      <a:pt x="2273" y="0"/>
                    </a:moveTo>
                    <a:lnTo>
                      <a:pt x="2273" y="2273"/>
                    </a:lnTo>
                    <a:lnTo>
                      <a:pt x="0" y="2273"/>
                    </a:lnTo>
                    <a:lnTo>
                      <a:pt x="0" y="4546"/>
                    </a:lnTo>
                    <a:lnTo>
                      <a:pt x="4562" y="4546"/>
                    </a:lnTo>
                    <a:lnTo>
                      <a:pt x="4562" y="2273"/>
                    </a:lnTo>
                    <a:lnTo>
                      <a:pt x="456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4" name="Google Shape;16064;p60"/>
              <p:cNvSpPr/>
              <p:nvPr/>
            </p:nvSpPr>
            <p:spPr>
              <a:xfrm>
                <a:off x="2568375" y="1605300"/>
                <a:ext cx="113675" cy="113675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4547" extrusionOk="0">
                    <a:moveTo>
                      <a:pt x="1" y="1"/>
                    </a:moveTo>
                    <a:lnTo>
                      <a:pt x="1" y="4546"/>
                    </a:lnTo>
                    <a:lnTo>
                      <a:pt x="4546" y="4546"/>
                    </a:lnTo>
                    <a:lnTo>
                      <a:pt x="4546" y="2273"/>
                    </a:lnTo>
                    <a:lnTo>
                      <a:pt x="45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5" name="Google Shape;16065;p60"/>
              <p:cNvSpPr/>
              <p:nvPr/>
            </p:nvSpPr>
            <p:spPr>
              <a:xfrm>
                <a:off x="2416725" y="1605300"/>
                <a:ext cx="113675" cy="113675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4547" extrusionOk="0">
                    <a:moveTo>
                      <a:pt x="1" y="1"/>
                    </a:moveTo>
                    <a:lnTo>
                      <a:pt x="1" y="4546"/>
                    </a:lnTo>
                    <a:lnTo>
                      <a:pt x="4547" y="4546"/>
                    </a:lnTo>
                    <a:lnTo>
                      <a:pt x="4547" y="2273"/>
                    </a:lnTo>
                    <a:lnTo>
                      <a:pt x="45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6" name="Google Shape;16066;p60"/>
              <p:cNvSpPr/>
              <p:nvPr/>
            </p:nvSpPr>
            <p:spPr>
              <a:xfrm>
                <a:off x="2113050" y="1605300"/>
                <a:ext cx="114050" cy="113675"/>
              </a:xfrm>
              <a:custGeom>
                <a:avLst/>
                <a:gdLst/>
                <a:ahLst/>
                <a:cxnLst/>
                <a:rect l="l" t="t" r="r" b="b"/>
                <a:pathLst>
                  <a:path w="4562" h="4547" extrusionOk="0">
                    <a:moveTo>
                      <a:pt x="0" y="1"/>
                    </a:moveTo>
                    <a:lnTo>
                      <a:pt x="0" y="4546"/>
                    </a:lnTo>
                    <a:lnTo>
                      <a:pt x="4562" y="4546"/>
                    </a:lnTo>
                    <a:lnTo>
                      <a:pt x="4562" y="2273"/>
                    </a:lnTo>
                    <a:lnTo>
                      <a:pt x="456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7" name="Google Shape;16067;p60"/>
              <p:cNvSpPr/>
              <p:nvPr/>
            </p:nvSpPr>
            <p:spPr>
              <a:xfrm>
                <a:off x="2416725" y="1605300"/>
                <a:ext cx="454975" cy="587825"/>
              </a:xfrm>
              <a:custGeom>
                <a:avLst/>
                <a:gdLst/>
                <a:ahLst/>
                <a:cxnLst/>
                <a:rect l="l" t="t" r="r" b="b"/>
                <a:pathLst>
                  <a:path w="18199" h="23513" extrusionOk="0">
                    <a:moveTo>
                      <a:pt x="1" y="1"/>
                    </a:moveTo>
                    <a:lnTo>
                      <a:pt x="1" y="23512"/>
                    </a:lnTo>
                    <a:lnTo>
                      <a:pt x="8340" y="23512"/>
                    </a:lnTo>
                    <a:lnTo>
                      <a:pt x="8340" y="9092"/>
                    </a:lnTo>
                    <a:lnTo>
                      <a:pt x="6067" y="9092"/>
                    </a:lnTo>
                    <a:lnTo>
                      <a:pt x="6067" y="21239"/>
                    </a:lnTo>
                    <a:lnTo>
                      <a:pt x="2274" y="21239"/>
                    </a:lnTo>
                    <a:lnTo>
                      <a:pt x="2274" y="2273"/>
                    </a:lnTo>
                    <a:lnTo>
                      <a:pt x="6067" y="2273"/>
                    </a:lnTo>
                    <a:lnTo>
                      <a:pt x="6067" y="4546"/>
                    </a:lnTo>
                    <a:lnTo>
                      <a:pt x="8340" y="4546"/>
                    </a:lnTo>
                    <a:lnTo>
                      <a:pt x="8340" y="2273"/>
                    </a:lnTo>
                    <a:lnTo>
                      <a:pt x="18199" y="2273"/>
                    </a:lnTo>
                    <a:lnTo>
                      <a:pt x="181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8" name="Google Shape;16068;p60"/>
              <p:cNvSpPr/>
              <p:nvPr/>
            </p:nvSpPr>
            <p:spPr>
              <a:xfrm>
                <a:off x="2776850" y="1718950"/>
                <a:ext cx="208500" cy="474175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18967" extrusionOk="0">
                    <a:moveTo>
                      <a:pt x="6067" y="0"/>
                    </a:moveTo>
                    <a:lnTo>
                      <a:pt x="6067" y="16693"/>
                    </a:lnTo>
                    <a:lnTo>
                      <a:pt x="2273" y="16693"/>
                    </a:lnTo>
                    <a:lnTo>
                      <a:pt x="2273" y="4546"/>
                    </a:lnTo>
                    <a:lnTo>
                      <a:pt x="1" y="4546"/>
                    </a:lnTo>
                    <a:lnTo>
                      <a:pt x="1" y="18966"/>
                    </a:lnTo>
                    <a:lnTo>
                      <a:pt x="8339" y="18966"/>
                    </a:lnTo>
                    <a:lnTo>
                      <a:pt x="833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9" name="Google Shape;16069;p60"/>
              <p:cNvSpPr/>
              <p:nvPr/>
            </p:nvSpPr>
            <p:spPr>
              <a:xfrm>
                <a:off x="2113050" y="1605300"/>
                <a:ext cx="227700" cy="587825"/>
              </a:xfrm>
              <a:custGeom>
                <a:avLst/>
                <a:gdLst/>
                <a:ahLst/>
                <a:cxnLst/>
                <a:rect l="l" t="t" r="r" b="b"/>
                <a:pathLst>
                  <a:path w="9108" h="23513" extrusionOk="0">
                    <a:moveTo>
                      <a:pt x="6834" y="2273"/>
                    </a:moveTo>
                    <a:lnTo>
                      <a:pt x="6834" y="21239"/>
                    </a:lnTo>
                    <a:lnTo>
                      <a:pt x="2273" y="21239"/>
                    </a:lnTo>
                    <a:lnTo>
                      <a:pt x="2273" y="2273"/>
                    </a:lnTo>
                    <a:close/>
                    <a:moveTo>
                      <a:pt x="0" y="1"/>
                    </a:moveTo>
                    <a:lnTo>
                      <a:pt x="0" y="23512"/>
                    </a:lnTo>
                    <a:lnTo>
                      <a:pt x="9107" y="23512"/>
                    </a:lnTo>
                    <a:lnTo>
                      <a:pt x="910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0" name="Google Shape;16070;p60"/>
              <p:cNvSpPr/>
              <p:nvPr/>
            </p:nvSpPr>
            <p:spPr>
              <a:xfrm>
                <a:off x="2169875" y="1320825"/>
                <a:ext cx="114050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4562" h="2273" extrusionOk="0">
                    <a:moveTo>
                      <a:pt x="0" y="0"/>
                    </a:moveTo>
                    <a:lnTo>
                      <a:pt x="0" y="2273"/>
                    </a:lnTo>
                    <a:lnTo>
                      <a:pt x="4561" y="2273"/>
                    </a:lnTo>
                    <a:lnTo>
                      <a:pt x="456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1" name="Google Shape;16071;p60"/>
              <p:cNvSpPr/>
              <p:nvPr/>
            </p:nvSpPr>
            <p:spPr>
              <a:xfrm>
                <a:off x="2169875" y="1491275"/>
                <a:ext cx="11405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4562" h="2274" extrusionOk="0">
                    <a:moveTo>
                      <a:pt x="0" y="0"/>
                    </a:moveTo>
                    <a:lnTo>
                      <a:pt x="0" y="2273"/>
                    </a:lnTo>
                    <a:lnTo>
                      <a:pt x="4561" y="2273"/>
                    </a:lnTo>
                    <a:lnTo>
                      <a:pt x="456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2" name="Google Shape;16072;p60"/>
              <p:cNvSpPr/>
              <p:nvPr/>
            </p:nvSpPr>
            <p:spPr>
              <a:xfrm>
                <a:off x="2113050" y="1377625"/>
                <a:ext cx="56850" cy="113675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4547" extrusionOk="0">
                    <a:moveTo>
                      <a:pt x="0" y="1"/>
                    </a:moveTo>
                    <a:lnTo>
                      <a:pt x="0" y="4546"/>
                    </a:lnTo>
                    <a:lnTo>
                      <a:pt x="2273" y="4546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3" name="Google Shape;16073;p60"/>
              <p:cNvSpPr/>
              <p:nvPr/>
            </p:nvSpPr>
            <p:spPr>
              <a:xfrm>
                <a:off x="2283900" y="1377625"/>
                <a:ext cx="56850" cy="113675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4547" extrusionOk="0">
                    <a:moveTo>
                      <a:pt x="0" y="1"/>
                    </a:moveTo>
                    <a:lnTo>
                      <a:pt x="0" y="4546"/>
                    </a:lnTo>
                    <a:lnTo>
                      <a:pt x="2273" y="4546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4" name="Google Shape;16074;p60"/>
              <p:cNvSpPr/>
              <p:nvPr/>
            </p:nvSpPr>
            <p:spPr>
              <a:xfrm>
                <a:off x="2871675" y="1662125"/>
                <a:ext cx="5685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4" extrusionOk="0">
                    <a:moveTo>
                      <a:pt x="1" y="0"/>
                    </a:moveTo>
                    <a:lnTo>
                      <a:pt x="1" y="2273"/>
                    </a:lnTo>
                    <a:lnTo>
                      <a:pt x="2274" y="2273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5" name="Google Shape;16075;p60"/>
              <p:cNvSpPr/>
              <p:nvPr/>
            </p:nvSpPr>
            <p:spPr>
              <a:xfrm>
                <a:off x="2625200" y="1775775"/>
                <a:ext cx="151675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6067" h="2273" extrusionOk="0">
                    <a:moveTo>
                      <a:pt x="1" y="0"/>
                    </a:moveTo>
                    <a:lnTo>
                      <a:pt x="1" y="2273"/>
                    </a:lnTo>
                    <a:lnTo>
                      <a:pt x="6067" y="2273"/>
                    </a:lnTo>
                    <a:lnTo>
                      <a:pt x="606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076" name="Google Shape;16076;p60"/>
          <p:cNvGrpSpPr/>
          <p:nvPr/>
        </p:nvGrpSpPr>
        <p:grpSpPr>
          <a:xfrm>
            <a:off x="4657034" y="1494895"/>
            <a:ext cx="326222" cy="327425"/>
            <a:chOff x="4296471" y="1494895"/>
            <a:chExt cx="326222" cy="327425"/>
          </a:xfrm>
        </p:grpSpPr>
        <p:grpSp>
          <p:nvGrpSpPr>
            <p:cNvPr id="16077" name="Google Shape;16077;p60"/>
            <p:cNvGrpSpPr/>
            <p:nvPr/>
          </p:nvGrpSpPr>
          <p:grpSpPr>
            <a:xfrm>
              <a:off x="4296471" y="1494895"/>
              <a:ext cx="326222" cy="327425"/>
              <a:chOff x="720000" y="1540425"/>
              <a:chExt cx="833900" cy="836975"/>
            </a:xfrm>
          </p:grpSpPr>
          <p:sp>
            <p:nvSpPr>
              <p:cNvPr id="16078" name="Google Shape;16078;p60"/>
              <p:cNvSpPr/>
              <p:nvPr/>
            </p:nvSpPr>
            <p:spPr>
              <a:xfrm rot="-5400000">
                <a:off x="720550" y="1543413"/>
                <a:ext cx="832800" cy="83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079" name="Google Shape;16079;p60"/>
              <p:cNvGrpSpPr/>
              <p:nvPr/>
            </p:nvGrpSpPr>
            <p:grpSpPr>
              <a:xfrm>
                <a:off x="720000" y="1540425"/>
                <a:ext cx="833900" cy="836975"/>
                <a:chOff x="720000" y="1540425"/>
                <a:chExt cx="833900" cy="836975"/>
              </a:xfrm>
            </p:grpSpPr>
            <p:sp>
              <p:nvSpPr>
                <p:cNvPr id="16080" name="Google Shape;16080;p60"/>
                <p:cNvSpPr/>
                <p:nvPr/>
              </p:nvSpPr>
              <p:spPr>
                <a:xfrm>
                  <a:off x="1453400" y="1540425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81" name="Google Shape;16081;p60"/>
                <p:cNvSpPr/>
                <p:nvPr/>
              </p:nvSpPr>
              <p:spPr>
                <a:xfrm>
                  <a:off x="720000" y="1540425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82" name="Google Shape;16082;p60"/>
                <p:cNvSpPr/>
                <p:nvPr/>
              </p:nvSpPr>
              <p:spPr>
                <a:xfrm>
                  <a:off x="1453400" y="2276900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83" name="Google Shape;16083;p60"/>
                <p:cNvSpPr/>
                <p:nvPr/>
              </p:nvSpPr>
              <p:spPr>
                <a:xfrm>
                  <a:off x="720000" y="2276900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084" name="Google Shape;16084;p60"/>
            <p:cNvGrpSpPr/>
            <p:nvPr/>
          </p:nvGrpSpPr>
          <p:grpSpPr>
            <a:xfrm>
              <a:off x="4395659" y="1553113"/>
              <a:ext cx="128502" cy="211009"/>
              <a:chOff x="4136600" y="1320825"/>
              <a:chExt cx="531000" cy="872300"/>
            </a:xfrm>
          </p:grpSpPr>
          <p:sp>
            <p:nvSpPr>
              <p:cNvPr id="16085" name="Google Shape;16085;p60"/>
              <p:cNvSpPr/>
              <p:nvPr/>
            </p:nvSpPr>
            <p:spPr>
              <a:xfrm>
                <a:off x="4136600" y="1320825"/>
                <a:ext cx="531000" cy="872300"/>
              </a:xfrm>
              <a:custGeom>
                <a:avLst/>
                <a:gdLst/>
                <a:ahLst/>
                <a:cxnLst/>
                <a:rect l="l" t="t" r="r" b="b"/>
                <a:pathLst>
                  <a:path w="21240" h="34892" extrusionOk="0">
                    <a:moveTo>
                      <a:pt x="9107" y="0"/>
                    </a:moveTo>
                    <a:lnTo>
                      <a:pt x="9107" y="2273"/>
                    </a:lnTo>
                    <a:lnTo>
                      <a:pt x="6835" y="2273"/>
                    </a:lnTo>
                    <a:lnTo>
                      <a:pt x="6835" y="4546"/>
                    </a:lnTo>
                    <a:lnTo>
                      <a:pt x="4562" y="4546"/>
                    </a:lnTo>
                    <a:lnTo>
                      <a:pt x="4562" y="11380"/>
                    </a:lnTo>
                    <a:lnTo>
                      <a:pt x="1" y="11380"/>
                    </a:lnTo>
                    <a:lnTo>
                      <a:pt x="1" y="19718"/>
                    </a:lnTo>
                    <a:lnTo>
                      <a:pt x="4562" y="19718"/>
                    </a:lnTo>
                    <a:lnTo>
                      <a:pt x="4562" y="34891"/>
                    </a:lnTo>
                    <a:lnTo>
                      <a:pt x="13653" y="34891"/>
                    </a:lnTo>
                    <a:lnTo>
                      <a:pt x="13653" y="19718"/>
                    </a:lnTo>
                    <a:lnTo>
                      <a:pt x="18214" y="19718"/>
                    </a:lnTo>
                    <a:lnTo>
                      <a:pt x="18214" y="11380"/>
                    </a:lnTo>
                    <a:lnTo>
                      <a:pt x="13653" y="11380"/>
                    </a:lnTo>
                    <a:lnTo>
                      <a:pt x="13653" y="8339"/>
                    </a:lnTo>
                    <a:lnTo>
                      <a:pt x="21239" y="8339"/>
                    </a:lnTo>
                    <a:lnTo>
                      <a:pt x="2123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6" name="Google Shape;16086;p60"/>
              <p:cNvSpPr/>
              <p:nvPr/>
            </p:nvSpPr>
            <p:spPr>
              <a:xfrm>
                <a:off x="4250625" y="1320825"/>
                <a:ext cx="1705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6820" h="6819" extrusionOk="0">
                    <a:moveTo>
                      <a:pt x="4546" y="0"/>
                    </a:moveTo>
                    <a:lnTo>
                      <a:pt x="4546" y="2273"/>
                    </a:lnTo>
                    <a:lnTo>
                      <a:pt x="2274" y="2273"/>
                    </a:lnTo>
                    <a:lnTo>
                      <a:pt x="2274" y="4546"/>
                    </a:lnTo>
                    <a:lnTo>
                      <a:pt x="1" y="4546"/>
                    </a:lnTo>
                    <a:lnTo>
                      <a:pt x="1" y="6818"/>
                    </a:lnTo>
                    <a:lnTo>
                      <a:pt x="4546" y="6818"/>
                    </a:lnTo>
                    <a:lnTo>
                      <a:pt x="4546" y="4546"/>
                    </a:lnTo>
                    <a:lnTo>
                      <a:pt x="6819" y="4546"/>
                    </a:lnTo>
                    <a:lnTo>
                      <a:pt x="681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7" name="Google Shape;16087;p60"/>
              <p:cNvSpPr/>
              <p:nvPr/>
            </p:nvSpPr>
            <p:spPr>
              <a:xfrm>
                <a:off x="4364275" y="1320825"/>
                <a:ext cx="303325" cy="208475"/>
              </a:xfrm>
              <a:custGeom>
                <a:avLst/>
                <a:gdLst/>
                <a:ahLst/>
                <a:cxnLst/>
                <a:rect l="l" t="t" r="r" b="b"/>
                <a:pathLst>
                  <a:path w="12133" h="8339" extrusionOk="0">
                    <a:moveTo>
                      <a:pt x="0" y="0"/>
                    </a:moveTo>
                    <a:lnTo>
                      <a:pt x="0" y="2273"/>
                    </a:lnTo>
                    <a:lnTo>
                      <a:pt x="9859" y="2273"/>
                    </a:lnTo>
                    <a:lnTo>
                      <a:pt x="9859" y="6066"/>
                    </a:lnTo>
                    <a:lnTo>
                      <a:pt x="4546" y="6066"/>
                    </a:lnTo>
                    <a:lnTo>
                      <a:pt x="4546" y="8339"/>
                    </a:lnTo>
                    <a:lnTo>
                      <a:pt x="12132" y="8339"/>
                    </a:lnTo>
                    <a:lnTo>
                      <a:pt x="1213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8" name="Google Shape;16088;p60"/>
              <p:cNvSpPr/>
              <p:nvPr/>
            </p:nvSpPr>
            <p:spPr>
              <a:xfrm>
                <a:off x="4307450" y="1377625"/>
                <a:ext cx="5685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4" extrusionOk="0">
                    <a:moveTo>
                      <a:pt x="1" y="1"/>
                    </a:moveTo>
                    <a:lnTo>
                      <a:pt x="1" y="2274"/>
                    </a:lnTo>
                    <a:lnTo>
                      <a:pt x="2273" y="2274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9" name="Google Shape;16089;p60"/>
              <p:cNvSpPr/>
              <p:nvPr/>
            </p:nvSpPr>
            <p:spPr>
              <a:xfrm>
                <a:off x="4136600" y="1434450"/>
                <a:ext cx="455375" cy="758675"/>
              </a:xfrm>
              <a:custGeom>
                <a:avLst/>
                <a:gdLst/>
                <a:ahLst/>
                <a:cxnLst/>
                <a:rect l="l" t="t" r="r" b="b"/>
                <a:pathLst>
                  <a:path w="18215" h="30347" extrusionOk="0">
                    <a:moveTo>
                      <a:pt x="4562" y="1"/>
                    </a:moveTo>
                    <a:lnTo>
                      <a:pt x="4562" y="6835"/>
                    </a:lnTo>
                    <a:lnTo>
                      <a:pt x="1" y="6835"/>
                    </a:lnTo>
                    <a:lnTo>
                      <a:pt x="1" y="15173"/>
                    </a:lnTo>
                    <a:lnTo>
                      <a:pt x="4562" y="15173"/>
                    </a:lnTo>
                    <a:lnTo>
                      <a:pt x="4562" y="30346"/>
                    </a:lnTo>
                    <a:lnTo>
                      <a:pt x="13653" y="30346"/>
                    </a:lnTo>
                    <a:lnTo>
                      <a:pt x="13653" y="15173"/>
                    </a:lnTo>
                    <a:lnTo>
                      <a:pt x="18214" y="15173"/>
                    </a:lnTo>
                    <a:lnTo>
                      <a:pt x="18214" y="6835"/>
                    </a:lnTo>
                    <a:lnTo>
                      <a:pt x="13653" y="6835"/>
                    </a:lnTo>
                    <a:lnTo>
                      <a:pt x="13653" y="3794"/>
                    </a:lnTo>
                    <a:lnTo>
                      <a:pt x="11380" y="3794"/>
                    </a:lnTo>
                    <a:lnTo>
                      <a:pt x="11380" y="9107"/>
                    </a:lnTo>
                    <a:lnTo>
                      <a:pt x="15926" y="9107"/>
                    </a:lnTo>
                    <a:lnTo>
                      <a:pt x="15926" y="12901"/>
                    </a:lnTo>
                    <a:lnTo>
                      <a:pt x="11380" y="12901"/>
                    </a:lnTo>
                    <a:lnTo>
                      <a:pt x="11380" y="28073"/>
                    </a:lnTo>
                    <a:lnTo>
                      <a:pt x="6835" y="28073"/>
                    </a:lnTo>
                    <a:lnTo>
                      <a:pt x="6835" y="12901"/>
                    </a:lnTo>
                    <a:lnTo>
                      <a:pt x="2273" y="12901"/>
                    </a:lnTo>
                    <a:lnTo>
                      <a:pt x="2273" y="9107"/>
                    </a:lnTo>
                    <a:lnTo>
                      <a:pt x="6835" y="9107"/>
                    </a:lnTo>
                    <a:lnTo>
                      <a:pt x="683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090" name="Google Shape;16090;p60"/>
          <p:cNvGrpSpPr/>
          <p:nvPr/>
        </p:nvGrpSpPr>
        <p:grpSpPr>
          <a:xfrm>
            <a:off x="5152909" y="1494895"/>
            <a:ext cx="326222" cy="327425"/>
            <a:chOff x="4792346" y="1494895"/>
            <a:chExt cx="326222" cy="327425"/>
          </a:xfrm>
        </p:grpSpPr>
        <p:grpSp>
          <p:nvGrpSpPr>
            <p:cNvPr id="16091" name="Google Shape;16091;p60"/>
            <p:cNvGrpSpPr/>
            <p:nvPr/>
          </p:nvGrpSpPr>
          <p:grpSpPr>
            <a:xfrm>
              <a:off x="4792346" y="1494895"/>
              <a:ext cx="326222" cy="327425"/>
              <a:chOff x="720000" y="1540425"/>
              <a:chExt cx="833900" cy="836975"/>
            </a:xfrm>
          </p:grpSpPr>
          <p:sp>
            <p:nvSpPr>
              <p:cNvPr id="16092" name="Google Shape;16092;p60"/>
              <p:cNvSpPr/>
              <p:nvPr/>
            </p:nvSpPr>
            <p:spPr>
              <a:xfrm rot="-5400000">
                <a:off x="720550" y="1543413"/>
                <a:ext cx="832800" cy="831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093" name="Google Shape;16093;p60"/>
              <p:cNvGrpSpPr/>
              <p:nvPr/>
            </p:nvGrpSpPr>
            <p:grpSpPr>
              <a:xfrm>
                <a:off x="720000" y="1540425"/>
                <a:ext cx="833900" cy="836975"/>
                <a:chOff x="720000" y="1540425"/>
                <a:chExt cx="833900" cy="836975"/>
              </a:xfrm>
            </p:grpSpPr>
            <p:sp>
              <p:nvSpPr>
                <p:cNvPr id="16094" name="Google Shape;16094;p60"/>
                <p:cNvSpPr/>
                <p:nvPr/>
              </p:nvSpPr>
              <p:spPr>
                <a:xfrm>
                  <a:off x="1453400" y="1540425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95" name="Google Shape;16095;p60"/>
                <p:cNvSpPr/>
                <p:nvPr/>
              </p:nvSpPr>
              <p:spPr>
                <a:xfrm>
                  <a:off x="720000" y="1540425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96" name="Google Shape;16096;p60"/>
                <p:cNvSpPr/>
                <p:nvPr/>
              </p:nvSpPr>
              <p:spPr>
                <a:xfrm>
                  <a:off x="1453400" y="2276900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97" name="Google Shape;16097;p60"/>
                <p:cNvSpPr/>
                <p:nvPr/>
              </p:nvSpPr>
              <p:spPr>
                <a:xfrm>
                  <a:off x="720000" y="2276900"/>
                  <a:ext cx="100500" cy="1005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098" name="Google Shape;16098;p60"/>
            <p:cNvGrpSpPr/>
            <p:nvPr/>
          </p:nvGrpSpPr>
          <p:grpSpPr>
            <a:xfrm>
              <a:off x="4837136" y="1553203"/>
              <a:ext cx="236655" cy="210851"/>
              <a:chOff x="3928125" y="3010500"/>
              <a:chExt cx="872300" cy="777475"/>
            </a:xfrm>
          </p:grpSpPr>
          <p:sp>
            <p:nvSpPr>
              <p:cNvPr id="16099" name="Google Shape;16099;p60"/>
              <p:cNvSpPr/>
              <p:nvPr/>
            </p:nvSpPr>
            <p:spPr>
              <a:xfrm>
                <a:off x="3928125" y="3010500"/>
                <a:ext cx="872300" cy="777475"/>
              </a:xfrm>
              <a:custGeom>
                <a:avLst/>
                <a:gdLst/>
                <a:ahLst/>
                <a:cxnLst/>
                <a:rect l="l" t="t" r="r" b="b"/>
                <a:pathLst>
                  <a:path w="34892" h="31099" extrusionOk="0">
                    <a:moveTo>
                      <a:pt x="17446" y="1"/>
                    </a:moveTo>
                    <a:lnTo>
                      <a:pt x="17446" y="2274"/>
                    </a:lnTo>
                    <a:lnTo>
                      <a:pt x="15174" y="2274"/>
                    </a:lnTo>
                    <a:lnTo>
                      <a:pt x="15174" y="4546"/>
                    </a:lnTo>
                    <a:lnTo>
                      <a:pt x="12901" y="4546"/>
                    </a:lnTo>
                    <a:lnTo>
                      <a:pt x="12901" y="9108"/>
                    </a:lnTo>
                    <a:lnTo>
                      <a:pt x="9860" y="9108"/>
                    </a:lnTo>
                    <a:lnTo>
                      <a:pt x="9860" y="6819"/>
                    </a:lnTo>
                    <a:lnTo>
                      <a:pt x="6819" y="6819"/>
                    </a:lnTo>
                    <a:lnTo>
                      <a:pt x="6819" y="4546"/>
                    </a:lnTo>
                    <a:lnTo>
                      <a:pt x="4546" y="4546"/>
                    </a:lnTo>
                    <a:lnTo>
                      <a:pt x="4546" y="2274"/>
                    </a:lnTo>
                    <a:lnTo>
                      <a:pt x="1" y="2274"/>
                    </a:lnTo>
                    <a:lnTo>
                      <a:pt x="1" y="15174"/>
                    </a:lnTo>
                    <a:lnTo>
                      <a:pt x="2274" y="15174"/>
                    </a:lnTo>
                    <a:lnTo>
                      <a:pt x="2274" y="17446"/>
                    </a:lnTo>
                    <a:lnTo>
                      <a:pt x="4546" y="17446"/>
                    </a:lnTo>
                    <a:lnTo>
                      <a:pt x="4546" y="19719"/>
                    </a:lnTo>
                    <a:lnTo>
                      <a:pt x="6819" y="19719"/>
                    </a:lnTo>
                    <a:lnTo>
                      <a:pt x="6819" y="24265"/>
                    </a:lnTo>
                    <a:lnTo>
                      <a:pt x="4546" y="24265"/>
                    </a:lnTo>
                    <a:lnTo>
                      <a:pt x="4546" y="26553"/>
                    </a:lnTo>
                    <a:lnTo>
                      <a:pt x="2274" y="26553"/>
                    </a:lnTo>
                    <a:lnTo>
                      <a:pt x="2274" y="31099"/>
                    </a:lnTo>
                    <a:lnTo>
                      <a:pt x="23512" y="31099"/>
                    </a:lnTo>
                    <a:lnTo>
                      <a:pt x="23512" y="28826"/>
                    </a:lnTo>
                    <a:lnTo>
                      <a:pt x="25785" y="28826"/>
                    </a:lnTo>
                    <a:lnTo>
                      <a:pt x="25785" y="26553"/>
                    </a:lnTo>
                    <a:lnTo>
                      <a:pt x="28058" y="26553"/>
                    </a:lnTo>
                    <a:lnTo>
                      <a:pt x="28058" y="24265"/>
                    </a:lnTo>
                    <a:lnTo>
                      <a:pt x="30346" y="24265"/>
                    </a:lnTo>
                    <a:lnTo>
                      <a:pt x="30346" y="15926"/>
                    </a:lnTo>
                    <a:lnTo>
                      <a:pt x="32619" y="15926"/>
                    </a:lnTo>
                    <a:lnTo>
                      <a:pt x="32619" y="13653"/>
                    </a:lnTo>
                    <a:lnTo>
                      <a:pt x="34892" y="13653"/>
                    </a:lnTo>
                    <a:lnTo>
                      <a:pt x="34892" y="9108"/>
                    </a:lnTo>
                    <a:lnTo>
                      <a:pt x="30346" y="9108"/>
                    </a:lnTo>
                    <a:lnTo>
                      <a:pt x="30346" y="4546"/>
                    </a:lnTo>
                    <a:lnTo>
                      <a:pt x="28058" y="4546"/>
                    </a:lnTo>
                    <a:lnTo>
                      <a:pt x="28058" y="2274"/>
                    </a:lnTo>
                    <a:lnTo>
                      <a:pt x="25785" y="2274"/>
                    </a:lnTo>
                    <a:lnTo>
                      <a:pt x="257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0" name="Google Shape;16100;p60"/>
              <p:cNvSpPr/>
              <p:nvPr/>
            </p:nvSpPr>
            <p:spPr>
              <a:xfrm>
                <a:off x="3928125" y="3067325"/>
                <a:ext cx="246500" cy="227700"/>
              </a:xfrm>
              <a:custGeom>
                <a:avLst/>
                <a:gdLst/>
                <a:ahLst/>
                <a:cxnLst/>
                <a:rect l="l" t="t" r="r" b="b"/>
                <a:pathLst>
                  <a:path w="9860" h="9108" extrusionOk="0">
                    <a:moveTo>
                      <a:pt x="1" y="1"/>
                    </a:moveTo>
                    <a:lnTo>
                      <a:pt x="1" y="4546"/>
                    </a:lnTo>
                    <a:lnTo>
                      <a:pt x="4546" y="4546"/>
                    </a:lnTo>
                    <a:lnTo>
                      <a:pt x="4546" y="6835"/>
                    </a:lnTo>
                    <a:lnTo>
                      <a:pt x="6819" y="6835"/>
                    </a:lnTo>
                    <a:lnTo>
                      <a:pt x="6819" y="9107"/>
                    </a:lnTo>
                    <a:lnTo>
                      <a:pt x="9860" y="9107"/>
                    </a:lnTo>
                    <a:lnTo>
                      <a:pt x="9860" y="4546"/>
                    </a:lnTo>
                    <a:lnTo>
                      <a:pt x="6819" y="4546"/>
                    </a:lnTo>
                    <a:lnTo>
                      <a:pt x="6819" y="2273"/>
                    </a:lnTo>
                    <a:lnTo>
                      <a:pt x="4546" y="2273"/>
                    </a:lnTo>
                    <a:lnTo>
                      <a:pt x="45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1" name="Google Shape;16101;p60"/>
              <p:cNvSpPr/>
              <p:nvPr/>
            </p:nvSpPr>
            <p:spPr>
              <a:xfrm>
                <a:off x="3984950" y="3503475"/>
                <a:ext cx="227700" cy="284500"/>
              </a:xfrm>
              <a:custGeom>
                <a:avLst/>
                <a:gdLst/>
                <a:ahLst/>
                <a:cxnLst/>
                <a:rect l="l" t="t" r="r" b="b"/>
                <a:pathLst>
                  <a:path w="9108" h="11380" extrusionOk="0">
                    <a:moveTo>
                      <a:pt x="6835" y="0"/>
                    </a:moveTo>
                    <a:lnTo>
                      <a:pt x="6835" y="2273"/>
                    </a:lnTo>
                    <a:lnTo>
                      <a:pt x="4546" y="2273"/>
                    </a:lnTo>
                    <a:lnTo>
                      <a:pt x="4546" y="4546"/>
                    </a:lnTo>
                    <a:lnTo>
                      <a:pt x="2273" y="4546"/>
                    </a:lnTo>
                    <a:lnTo>
                      <a:pt x="2273" y="6834"/>
                    </a:lnTo>
                    <a:lnTo>
                      <a:pt x="1" y="6834"/>
                    </a:lnTo>
                    <a:lnTo>
                      <a:pt x="1" y="11380"/>
                    </a:lnTo>
                    <a:lnTo>
                      <a:pt x="4546" y="11380"/>
                    </a:lnTo>
                    <a:lnTo>
                      <a:pt x="4546" y="6834"/>
                    </a:lnTo>
                    <a:lnTo>
                      <a:pt x="6835" y="6834"/>
                    </a:lnTo>
                    <a:lnTo>
                      <a:pt x="6835" y="4546"/>
                    </a:lnTo>
                    <a:lnTo>
                      <a:pt x="9107" y="4546"/>
                    </a:lnTo>
                    <a:lnTo>
                      <a:pt x="910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2" name="Google Shape;16102;p60"/>
              <p:cNvSpPr/>
              <p:nvPr/>
            </p:nvSpPr>
            <p:spPr>
              <a:xfrm>
                <a:off x="4250625" y="3010500"/>
                <a:ext cx="170500" cy="170500"/>
              </a:xfrm>
              <a:custGeom>
                <a:avLst/>
                <a:gdLst/>
                <a:ahLst/>
                <a:cxnLst/>
                <a:rect l="l" t="t" r="r" b="b"/>
                <a:pathLst>
                  <a:path w="6820" h="6820" extrusionOk="0">
                    <a:moveTo>
                      <a:pt x="4546" y="1"/>
                    </a:moveTo>
                    <a:lnTo>
                      <a:pt x="4546" y="2274"/>
                    </a:lnTo>
                    <a:lnTo>
                      <a:pt x="2274" y="2274"/>
                    </a:lnTo>
                    <a:lnTo>
                      <a:pt x="2274" y="4546"/>
                    </a:lnTo>
                    <a:lnTo>
                      <a:pt x="1" y="4546"/>
                    </a:lnTo>
                    <a:lnTo>
                      <a:pt x="1" y="6819"/>
                    </a:lnTo>
                    <a:lnTo>
                      <a:pt x="4546" y="6819"/>
                    </a:lnTo>
                    <a:lnTo>
                      <a:pt x="4546" y="4546"/>
                    </a:lnTo>
                    <a:lnTo>
                      <a:pt x="6819" y="4546"/>
                    </a:lnTo>
                    <a:lnTo>
                      <a:pt x="68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3" name="Google Shape;16103;p60"/>
              <p:cNvSpPr/>
              <p:nvPr/>
            </p:nvSpPr>
            <p:spPr>
              <a:xfrm>
                <a:off x="4364275" y="3010500"/>
                <a:ext cx="20850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8340" h="2274" extrusionOk="0">
                    <a:moveTo>
                      <a:pt x="0" y="1"/>
                    </a:moveTo>
                    <a:lnTo>
                      <a:pt x="0" y="2274"/>
                    </a:lnTo>
                    <a:lnTo>
                      <a:pt x="8339" y="2274"/>
                    </a:lnTo>
                    <a:lnTo>
                      <a:pt x="833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4" name="Google Shape;16104;p60"/>
              <p:cNvSpPr/>
              <p:nvPr/>
            </p:nvSpPr>
            <p:spPr>
              <a:xfrm>
                <a:off x="4098600" y="3503475"/>
                <a:ext cx="114050" cy="113650"/>
              </a:xfrm>
              <a:custGeom>
                <a:avLst/>
                <a:gdLst/>
                <a:ahLst/>
                <a:cxnLst/>
                <a:rect l="l" t="t" r="r" b="b"/>
                <a:pathLst>
                  <a:path w="4562" h="4546" extrusionOk="0">
                    <a:moveTo>
                      <a:pt x="0" y="0"/>
                    </a:moveTo>
                    <a:lnTo>
                      <a:pt x="0" y="4546"/>
                    </a:lnTo>
                    <a:lnTo>
                      <a:pt x="2289" y="4546"/>
                    </a:lnTo>
                    <a:lnTo>
                      <a:pt x="2289" y="2273"/>
                    </a:lnTo>
                    <a:lnTo>
                      <a:pt x="4561" y="2273"/>
                    </a:lnTo>
                    <a:lnTo>
                      <a:pt x="456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5" name="Google Shape;16105;p60"/>
              <p:cNvSpPr/>
              <p:nvPr/>
            </p:nvSpPr>
            <p:spPr>
              <a:xfrm>
                <a:off x="3984950" y="3674325"/>
                <a:ext cx="531000" cy="113650"/>
              </a:xfrm>
              <a:custGeom>
                <a:avLst/>
                <a:gdLst/>
                <a:ahLst/>
                <a:cxnLst/>
                <a:rect l="l" t="t" r="r" b="b"/>
                <a:pathLst>
                  <a:path w="21240" h="4546" extrusionOk="0">
                    <a:moveTo>
                      <a:pt x="1" y="0"/>
                    </a:moveTo>
                    <a:lnTo>
                      <a:pt x="1" y="4546"/>
                    </a:lnTo>
                    <a:lnTo>
                      <a:pt x="21239" y="4546"/>
                    </a:lnTo>
                    <a:lnTo>
                      <a:pt x="21239" y="2273"/>
                    </a:lnTo>
                    <a:lnTo>
                      <a:pt x="2273" y="2273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6" name="Google Shape;16106;p60"/>
              <p:cNvSpPr/>
              <p:nvPr/>
            </p:nvSpPr>
            <p:spPr>
              <a:xfrm>
                <a:off x="4307450" y="3067325"/>
                <a:ext cx="5685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4" extrusionOk="0">
                    <a:moveTo>
                      <a:pt x="1" y="1"/>
                    </a:moveTo>
                    <a:lnTo>
                      <a:pt x="1" y="2273"/>
                    </a:lnTo>
                    <a:lnTo>
                      <a:pt x="2273" y="2273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7" name="Google Shape;16107;p60"/>
              <p:cNvSpPr/>
              <p:nvPr/>
            </p:nvSpPr>
            <p:spPr>
              <a:xfrm>
                <a:off x="4174600" y="3124150"/>
                <a:ext cx="132875" cy="170875"/>
              </a:xfrm>
              <a:custGeom>
                <a:avLst/>
                <a:gdLst/>
                <a:ahLst/>
                <a:cxnLst/>
                <a:rect l="l" t="t" r="r" b="b"/>
                <a:pathLst>
                  <a:path w="5315" h="6835" extrusionOk="0">
                    <a:moveTo>
                      <a:pt x="3042" y="0"/>
                    </a:moveTo>
                    <a:lnTo>
                      <a:pt x="3042" y="4562"/>
                    </a:lnTo>
                    <a:lnTo>
                      <a:pt x="1" y="4562"/>
                    </a:lnTo>
                    <a:lnTo>
                      <a:pt x="1" y="6834"/>
                    </a:lnTo>
                    <a:lnTo>
                      <a:pt x="5315" y="6834"/>
                    </a:lnTo>
                    <a:lnTo>
                      <a:pt x="53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8" name="Google Shape;16108;p60"/>
              <p:cNvSpPr/>
              <p:nvPr/>
            </p:nvSpPr>
            <p:spPr>
              <a:xfrm>
                <a:off x="4572750" y="3067325"/>
                <a:ext cx="568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3" h="2274" extrusionOk="0">
                    <a:moveTo>
                      <a:pt x="0" y="1"/>
                    </a:moveTo>
                    <a:lnTo>
                      <a:pt x="0" y="2273"/>
                    </a:lnTo>
                    <a:lnTo>
                      <a:pt x="2273" y="2273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9" name="Google Shape;16109;p60"/>
              <p:cNvSpPr/>
              <p:nvPr/>
            </p:nvSpPr>
            <p:spPr>
              <a:xfrm>
                <a:off x="4629550" y="3124150"/>
                <a:ext cx="170875" cy="227700"/>
              </a:xfrm>
              <a:custGeom>
                <a:avLst/>
                <a:gdLst/>
                <a:ahLst/>
                <a:cxnLst/>
                <a:rect l="l" t="t" r="r" b="b"/>
                <a:pathLst>
                  <a:path w="6835" h="9108" extrusionOk="0">
                    <a:moveTo>
                      <a:pt x="1" y="0"/>
                    </a:moveTo>
                    <a:lnTo>
                      <a:pt x="1" y="6834"/>
                    </a:lnTo>
                    <a:lnTo>
                      <a:pt x="4562" y="6834"/>
                    </a:lnTo>
                    <a:lnTo>
                      <a:pt x="4562" y="9107"/>
                    </a:lnTo>
                    <a:lnTo>
                      <a:pt x="6835" y="9107"/>
                    </a:lnTo>
                    <a:lnTo>
                      <a:pt x="6835" y="4562"/>
                    </a:lnTo>
                    <a:lnTo>
                      <a:pt x="2289" y="4562"/>
                    </a:lnTo>
                    <a:lnTo>
                      <a:pt x="22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0" name="Google Shape;16110;p60"/>
              <p:cNvSpPr/>
              <p:nvPr/>
            </p:nvSpPr>
            <p:spPr>
              <a:xfrm>
                <a:off x="4572750" y="3617100"/>
                <a:ext cx="56825" cy="57250"/>
              </a:xfrm>
              <a:custGeom>
                <a:avLst/>
                <a:gdLst/>
                <a:ahLst/>
                <a:cxnLst/>
                <a:rect l="l" t="t" r="r" b="b"/>
                <a:pathLst>
                  <a:path w="2273" h="2290" extrusionOk="0">
                    <a:moveTo>
                      <a:pt x="0" y="1"/>
                    </a:moveTo>
                    <a:lnTo>
                      <a:pt x="0" y="2289"/>
                    </a:lnTo>
                    <a:lnTo>
                      <a:pt x="2273" y="2289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1" name="Google Shape;16111;p60"/>
              <p:cNvSpPr/>
              <p:nvPr/>
            </p:nvSpPr>
            <p:spPr>
              <a:xfrm>
                <a:off x="4041775" y="3617100"/>
                <a:ext cx="56850" cy="572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90" extrusionOk="0">
                    <a:moveTo>
                      <a:pt x="0" y="1"/>
                    </a:moveTo>
                    <a:lnTo>
                      <a:pt x="0" y="2289"/>
                    </a:lnTo>
                    <a:lnTo>
                      <a:pt x="2273" y="2289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2" name="Google Shape;16112;p60"/>
              <p:cNvSpPr/>
              <p:nvPr/>
            </p:nvSpPr>
            <p:spPr>
              <a:xfrm>
                <a:off x="4515925" y="3674325"/>
                <a:ext cx="56850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3" extrusionOk="0">
                    <a:moveTo>
                      <a:pt x="0" y="0"/>
                    </a:moveTo>
                    <a:lnTo>
                      <a:pt x="0" y="2273"/>
                    </a:lnTo>
                    <a:lnTo>
                      <a:pt x="2273" y="2273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3" name="Google Shape;16113;p60"/>
              <p:cNvSpPr/>
              <p:nvPr/>
            </p:nvSpPr>
            <p:spPr>
              <a:xfrm>
                <a:off x="4686775" y="3351825"/>
                <a:ext cx="56850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3" extrusionOk="0">
                    <a:moveTo>
                      <a:pt x="0" y="0"/>
                    </a:moveTo>
                    <a:lnTo>
                      <a:pt x="0" y="2273"/>
                    </a:lnTo>
                    <a:lnTo>
                      <a:pt x="2273" y="2273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4" name="Google Shape;16114;p60"/>
              <p:cNvSpPr/>
              <p:nvPr/>
            </p:nvSpPr>
            <p:spPr>
              <a:xfrm>
                <a:off x="4629550" y="3408625"/>
                <a:ext cx="57250" cy="208500"/>
              </a:xfrm>
              <a:custGeom>
                <a:avLst/>
                <a:gdLst/>
                <a:ahLst/>
                <a:cxnLst/>
                <a:rect l="l" t="t" r="r" b="b"/>
                <a:pathLst>
                  <a:path w="2290" h="8340" extrusionOk="0">
                    <a:moveTo>
                      <a:pt x="1" y="1"/>
                    </a:moveTo>
                    <a:lnTo>
                      <a:pt x="1" y="8340"/>
                    </a:lnTo>
                    <a:lnTo>
                      <a:pt x="2289" y="8340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5" name="Google Shape;16115;p60"/>
              <p:cNvSpPr/>
              <p:nvPr/>
            </p:nvSpPr>
            <p:spPr>
              <a:xfrm>
                <a:off x="4098600" y="3180975"/>
                <a:ext cx="76025" cy="57225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2289" extrusionOk="0">
                    <a:moveTo>
                      <a:pt x="0" y="0"/>
                    </a:moveTo>
                    <a:lnTo>
                      <a:pt x="0" y="2289"/>
                    </a:lnTo>
                    <a:lnTo>
                      <a:pt x="3041" y="2289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6" name="Google Shape;16116;p60"/>
              <p:cNvSpPr/>
              <p:nvPr/>
            </p:nvSpPr>
            <p:spPr>
              <a:xfrm>
                <a:off x="4041775" y="3124150"/>
                <a:ext cx="5685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4" extrusionOk="0">
                    <a:moveTo>
                      <a:pt x="0" y="0"/>
                    </a:moveTo>
                    <a:lnTo>
                      <a:pt x="0" y="2273"/>
                    </a:lnTo>
                    <a:lnTo>
                      <a:pt x="2273" y="2273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7" name="Google Shape;16117;p60"/>
              <p:cNvSpPr/>
              <p:nvPr/>
            </p:nvSpPr>
            <p:spPr>
              <a:xfrm>
                <a:off x="3928125" y="3067325"/>
                <a:ext cx="113675" cy="322525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12901" extrusionOk="0">
                    <a:moveTo>
                      <a:pt x="1" y="1"/>
                    </a:moveTo>
                    <a:lnTo>
                      <a:pt x="1" y="12901"/>
                    </a:lnTo>
                    <a:lnTo>
                      <a:pt x="2274" y="12901"/>
                    </a:lnTo>
                    <a:lnTo>
                      <a:pt x="2274" y="2273"/>
                    </a:lnTo>
                    <a:lnTo>
                      <a:pt x="4546" y="2273"/>
                    </a:lnTo>
                    <a:lnTo>
                      <a:pt x="454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8" name="Google Shape;16118;p60"/>
              <p:cNvSpPr/>
              <p:nvPr/>
            </p:nvSpPr>
            <p:spPr>
              <a:xfrm>
                <a:off x="3984950" y="3389825"/>
                <a:ext cx="5685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4" extrusionOk="0">
                    <a:moveTo>
                      <a:pt x="1" y="1"/>
                    </a:moveTo>
                    <a:lnTo>
                      <a:pt x="1" y="2273"/>
                    </a:lnTo>
                    <a:lnTo>
                      <a:pt x="2273" y="2273"/>
                    </a:lnTo>
                    <a:lnTo>
                      <a:pt x="227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9" name="Google Shape;16119;p60"/>
              <p:cNvSpPr/>
              <p:nvPr/>
            </p:nvSpPr>
            <p:spPr>
              <a:xfrm>
                <a:off x="4041775" y="3446650"/>
                <a:ext cx="56850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4" extrusionOk="0">
                    <a:moveTo>
                      <a:pt x="0" y="0"/>
                    </a:moveTo>
                    <a:lnTo>
                      <a:pt x="0" y="2273"/>
                    </a:lnTo>
                    <a:lnTo>
                      <a:pt x="2273" y="2273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rafting and Mining! by Slidesgo">
  <a:themeElements>
    <a:clrScheme name="Simple Light">
      <a:dk1>
        <a:srgbClr val="1D1D1B"/>
      </a:dk1>
      <a:lt1>
        <a:srgbClr val="D9DEF8"/>
      </a:lt1>
      <a:dk2>
        <a:srgbClr val="352381"/>
      </a:dk2>
      <a:lt2>
        <a:srgbClr val="99A11F"/>
      </a:lt2>
      <a:accent1>
        <a:srgbClr val="ACBE1F"/>
      </a:accent1>
      <a:accent2>
        <a:srgbClr val="B1AA50"/>
      </a:accent2>
      <a:accent3>
        <a:srgbClr val="FFB229"/>
      </a:accent3>
      <a:accent4>
        <a:srgbClr val="F5D0AD"/>
      </a:accent4>
      <a:accent5>
        <a:srgbClr val="DA2432"/>
      </a:accent5>
      <a:accent6>
        <a:srgbClr val="6B4D34"/>
      </a:accent6>
      <a:hlink>
        <a:srgbClr val="1D1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1832</Words>
  <Application>Microsoft Office PowerPoint</Application>
  <PresentationFormat>화면 슬라이드 쇼(16:9)</PresentationFormat>
  <Paragraphs>239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Press Start 2P</vt:lpstr>
      <vt:lpstr>G마켓 산스 TTF Medium</vt:lpstr>
      <vt:lpstr>Advent Pro Medium</vt:lpstr>
      <vt:lpstr>Arial</vt:lpstr>
      <vt:lpstr>Livvic</vt:lpstr>
      <vt:lpstr>G마켓 산스 TTF Bold</vt:lpstr>
      <vt:lpstr>Wingdings</vt:lpstr>
      <vt:lpstr>Roboto Condensed Light</vt:lpstr>
      <vt:lpstr>둥근모꼴</vt:lpstr>
      <vt:lpstr>Advent Pro</vt:lpstr>
      <vt:lpstr>Crafting and Mining! by Slidesgo</vt:lpstr>
      <vt:lpstr>택틱스 어드벤처</vt:lpstr>
      <vt:lpstr>04.</vt:lpstr>
      <vt:lpstr>01.</vt:lpstr>
      <vt:lpstr>개요.</vt:lpstr>
      <vt:lpstr>UI/UX.</vt:lpstr>
      <vt:lpstr>인 게임</vt:lpstr>
      <vt:lpstr>플레이어 정보</vt:lpstr>
      <vt:lpstr>버튼 패널</vt:lpstr>
      <vt:lpstr>게임 설명.</vt:lpstr>
      <vt:lpstr>시스템 요약</vt:lpstr>
      <vt:lpstr>게임 목표!</vt:lpstr>
      <vt:lpstr>레벨</vt:lpstr>
      <vt:lpstr>캐릭터</vt:lpstr>
      <vt:lpstr>스탯</vt:lpstr>
      <vt:lpstr>공격</vt:lpstr>
      <vt:lpstr>무기</vt:lpstr>
      <vt:lpstr>유물</vt:lpstr>
      <vt:lpstr>상자</vt:lpstr>
      <vt:lpstr>아이템</vt:lpstr>
      <vt:lpstr>몬스터</vt:lpstr>
      <vt:lpstr>스테이지</vt:lpstr>
      <vt:lpstr>함정</vt:lpstr>
      <vt:lpstr>이벤트</vt:lpstr>
      <vt:lpstr>타일</vt:lpstr>
      <vt:lpstr>기타</vt:lpstr>
      <vt:lpstr>플로우차트.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홍다현</cp:lastModifiedBy>
  <cp:revision>11</cp:revision>
  <dcterms:modified xsi:type="dcterms:W3CDTF">2024-01-02T16:16:19Z</dcterms:modified>
</cp:coreProperties>
</file>